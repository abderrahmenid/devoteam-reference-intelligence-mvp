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jpe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4.png"/><Relationship Id="rId9" Type="http://schemas.openxmlformats.org/officeDocument/2006/relationships/image" Target="../media/image1.png"/><Relationship Id="rId10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image" Target="../media/image1.png"/><Relationship Id="rId12" Type="http://schemas.openxmlformats.org/officeDocument/2006/relationships/image" Target="../media/image1.png"/><Relationship Id="rId13" Type="http://schemas.openxmlformats.org/officeDocument/2006/relationships/image" Target="../media/image9.png"/><Relationship Id="rId14" Type="http://schemas.openxmlformats.org/officeDocument/2006/relationships/image" Target="../media/image1.png"/><Relationship Id="rId15" Type="http://schemas.openxmlformats.org/officeDocument/2006/relationships/image" Target="../media/image1.png"/><Relationship Id="rId16" Type="http://schemas.openxmlformats.org/officeDocument/2006/relationships/image" Target="../media/image1.png"/><Relationship Id="rId17" Type="http://schemas.openxmlformats.org/officeDocument/2006/relationships/image" Target="../media/image1.png"/><Relationship Id="rId18" Type="http://schemas.openxmlformats.org/officeDocument/2006/relationships/image" Target="../media/image10.png"/><Relationship Id="rId19" Type="http://schemas.openxmlformats.org/officeDocument/2006/relationships/image" Target="../media/image1.png"/><Relationship Id="rId20" Type="http://schemas.openxmlformats.org/officeDocument/2006/relationships/image" Target="../media/image10.png"/><Relationship Id="rId21" Type="http://schemas.openxmlformats.org/officeDocument/2006/relationships/image" Target="../media/image10.png"/><Relationship Id="rId22" Type="http://schemas.openxmlformats.org/officeDocument/2006/relationships/image" Target="../media/image1.png"/><Relationship Id="rId23" Type="http://schemas.openxmlformats.org/officeDocument/2006/relationships/image" Target="../media/image11.png"/><Relationship Id="rId24" Type="http://schemas.openxmlformats.org/officeDocument/2006/relationships/image" Target="../media/image1.png"/><Relationship Id="rId25" Type="http://schemas.openxmlformats.org/officeDocument/2006/relationships/image" Target="../media/image1.png"/><Relationship Id="rId26" Type="http://schemas.openxmlformats.org/officeDocument/2006/relationships/image" Target="../media/image1.png"/><Relationship Id="rId27" Type="http://schemas.openxmlformats.org/officeDocument/2006/relationships/image" Target="../media/image12.png"/><Relationship Id="rId28" Type="http://schemas.openxmlformats.org/officeDocument/2006/relationships/image" Target="../media/image7.png"/><Relationship Id="rId29" Type="http://schemas.openxmlformats.org/officeDocument/2006/relationships/image" Target="../media/image8.png"/><Relationship Id="rId30" Type="http://schemas.openxmlformats.org/officeDocument/2006/relationships/image" Target="../media/image1.png"/><Relationship Id="rId31" Type="http://schemas.openxmlformats.org/officeDocument/2006/relationships/image" Target="../media/image1.png"/><Relationship Id="rId32" Type="http://schemas.openxmlformats.org/officeDocument/2006/relationships/image" Target="../media/image1.png"/><Relationship Id="rId33" Type="http://schemas.openxmlformats.org/officeDocument/2006/relationships/image" Target="../media/image1.png"/><Relationship Id="rId34" Type="http://schemas.openxmlformats.org/officeDocument/2006/relationships/image" Target="../media/image9.png"/><Relationship Id="rId35" Type="http://schemas.openxmlformats.org/officeDocument/2006/relationships/image" Target="../media/image10.png"/><Relationship Id="rId36" Type="http://schemas.openxmlformats.org/officeDocument/2006/relationships/image" Target="../media/image1.png"/><Relationship Id="rId37" Type="http://schemas.openxmlformats.org/officeDocument/2006/relationships/image" Target="../media/image1.png"/><Relationship Id="rId38" Type="http://schemas.openxmlformats.org/officeDocument/2006/relationships/image" Target="../media/image1.png"/><Relationship Id="rId39" Type="http://schemas.openxmlformats.org/officeDocument/2006/relationships/image" Target="../media/image1.png"/><Relationship Id="rId40" Type="http://schemas.openxmlformats.org/officeDocument/2006/relationships/image" Target="../media/image11.png"/><Relationship Id="rId41" Type="http://schemas.openxmlformats.org/officeDocument/2006/relationships/image" Target="../media/image10.png"/><Relationship Id="rId42" Type="http://schemas.openxmlformats.org/officeDocument/2006/relationships/image" Target="../media/image1.png"/><Relationship Id="rId43" Type="http://schemas.openxmlformats.org/officeDocument/2006/relationships/image" Target="../media/image1.png"/><Relationship Id="rId44" Type="http://schemas.openxmlformats.org/officeDocument/2006/relationships/image" Target="../media/image10.png"/><Relationship Id="rId45" Type="http://schemas.openxmlformats.org/officeDocument/2006/relationships/image" Target="../media/image13.png"/><Relationship Id="rId46" Type="http://schemas.openxmlformats.org/officeDocument/2006/relationships/image" Target="../media/image14.png"/><Relationship Id="rId47" Type="http://schemas.openxmlformats.org/officeDocument/2006/relationships/image" Target="../media/image1.png"/><Relationship Id="rId48" Type="http://schemas.openxmlformats.org/officeDocument/2006/relationships/image" Target="../media/image1.png"/><Relationship Id="rId49" Type="http://schemas.openxmlformats.org/officeDocument/2006/relationships/image" Target="../media/image1.png"/><Relationship Id="rId50" Type="http://schemas.openxmlformats.org/officeDocument/2006/relationships/image" Target="../media/image1.png"/><Relationship Id="rId51" Type="http://schemas.openxmlformats.org/officeDocument/2006/relationships/image" Target="../media/image15.png"/><Relationship Id="rId52" Type="http://schemas.openxmlformats.org/officeDocument/2006/relationships/image" Target="../media/image1.png"/><Relationship Id="rId53" Type="http://schemas.openxmlformats.org/officeDocument/2006/relationships/image" Target="../media/image1.png"/><Relationship Id="rId54" Type="http://schemas.openxmlformats.org/officeDocument/2006/relationships/image" Target="../media/image1.png"/><Relationship Id="rId55" Type="http://schemas.openxmlformats.org/officeDocument/2006/relationships/image" Target="../media/image1.png"/><Relationship Id="rId56" Type="http://schemas.openxmlformats.org/officeDocument/2006/relationships/image" Target="../media/image16.png"/><Relationship Id="rId57" Type="http://schemas.openxmlformats.org/officeDocument/2006/relationships/image" Target="../media/image10.png"/><Relationship Id="rId58" Type="http://schemas.openxmlformats.org/officeDocument/2006/relationships/image" Target="../media/image1.png"/><Relationship Id="rId59" Type="http://schemas.openxmlformats.org/officeDocument/2006/relationships/image" Target="../media/image1.png"/><Relationship Id="rId60" Type="http://schemas.openxmlformats.org/officeDocument/2006/relationships/image" Target="../media/image1.png"/><Relationship Id="rId61" Type="http://schemas.openxmlformats.org/officeDocument/2006/relationships/image" Target="../media/image17.png"/><Relationship Id="rId62" Type="http://schemas.openxmlformats.org/officeDocument/2006/relationships/image" Target="../media/image18.jpeg"/><Relationship Id="rId6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image" Target="../media/image9.png"/><Relationship Id="rId12" Type="http://schemas.openxmlformats.org/officeDocument/2006/relationships/image" Target="../media/image1.png"/><Relationship Id="rId13" Type="http://schemas.openxmlformats.org/officeDocument/2006/relationships/image" Target="../media/image10.png"/><Relationship Id="rId14" Type="http://schemas.openxmlformats.org/officeDocument/2006/relationships/image" Target="../media/image1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image10.png"/><Relationship Id="rId18" Type="http://schemas.openxmlformats.org/officeDocument/2006/relationships/image" Target="../media/image1.png"/><Relationship Id="rId19" Type="http://schemas.openxmlformats.org/officeDocument/2006/relationships/image" Target="../media/image1.png"/><Relationship Id="rId20" Type="http://schemas.openxmlformats.org/officeDocument/2006/relationships/image" Target="../media/image1.png"/><Relationship Id="rId21" Type="http://schemas.openxmlformats.org/officeDocument/2006/relationships/image" Target="../media/image18.jpeg"/><Relationship Id="rId22" Type="http://schemas.openxmlformats.org/officeDocument/2006/relationships/image" Target="../media/image7.png"/><Relationship Id="rId23" Type="http://schemas.openxmlformats.org/officeDocument/2006/relationships/image" Target="../media/image8.png"/><Relationship Id="rId24" Type="http://schemas.openxmlformats.org/officeDocument/2006/relationships/image" Target="../media/image1.png"/><Relationship Id="rId25" Type="http://schemas.openxmlformats.org/officeDocument/2006/relationships/image" Target="../media/image9.png"/><Relationship Id="rId26" Type="http://schemas.openxmlformats.org/officeDocument/2006/relationships/image" Target="../media/image1.png"/><Relationship Id="rId27" Type="http://schemas.openxmlformats.org/officeDocument/2006/relationships/image" Target="../media/image10.png"/><Relationship Id="rId28" Type="http://schemas.openxmlformats.org/officeDocument/2006/relationships/image" Target="../media/image1.png"/><Relationship Id="rId29" Type="http://schemas.openxmlformats.org/officeDocument/2006/relationships/image" Target="../media/image1.png"/><Relationship Id="rId30" Type="http://schemas.openxmlformats.org/officeDocument/2006/relationships/image" Target="../media/image1.png"/><Relationship Id="rId31" Type="http://schemas.openxmlformats.org/officeDocument/2006/relationships/image" Target="../media/image10.png"/><Relationship Id="rId32" Type="http://schemas.openxmlformats.org/officeDocument/2006/relationships/image" Target="../media/image1.png"/><Relationship Id="rId33" Type="http://schemas.openxmlformats.org/officeDocument/2006/relationships/image" Target="../media/image10.png"/><Relationship Id="rId34" Type="http://schemas.openxmlformats.org/officeDocument/2006/relationships/image" Target="../media/image11.png"/><Relationship Id="rId35" Type="http://schemas.openxmlformats.org/officeDocument/2006/relationships/image" Target="../media/image10.png"/><Relationship Id="rId36" Type="http://schemas.openxmlformats.org/officeDocument/2006/relationships/image" Target="../media/image1.png"/><Relationship Id="rId37" Type="http://schemas.openxmlformats.org/officeDocument/2006/relationships/image" Target="../media/image1.png"/><Relationship Id="rId38" Type="http://schemas.openxmlformats.org/officeDocument/2006/relationships/image" Target="../media/image1.png"/><Relationship Id="rId39" Type="http://schemas.openxmlformats.org/officeDocument/2006/relationships/image" Target="../media/image18.jpeg"/><Relationship Id="rId40" Type="http://schemas.openxmlformats.org/officeDocument/2006/relationships/image" Target="../media/image19.png"/><Relationship Id="rId41" Type="http://schemas.openxmlformats.org/officeDocument/2006/relationships/image" Target="../media/image8.png"/><Relationship Id="rId42" Type="http://schemas.openxmlformats.org/officeDocument/2006/relationships/image" Target="../media/image9.png"/><Relationship Id="rId43" Type="http://schemas.openxmlformats.org/officeDocument/2006/relationships/image" Target="../media/image10.png"/><Relationship Id="rId44" Type="http://schemas.openxmlformats.org/officeDocument/2006/relationships/image" Target="../media/image1.png"/><Relationship Id="rId45" Type="http://schemas.openxmlformats.org/officeDocument/2006/relationships/image" Target="../media/image1.png"/><Relationship Id="rId46" Type="http://schemas.openxmlformats.org/officeDocument/2006/relationships/image" Target="../media/image11.png"/><Relationship Id="rId47" Type="http://schemas.openxmlformats.org/officeDocument/2006/relationships/image" Target="../media/image1.png"/><Relationship Id="rId48" Type="http://schemas.openxmlformats.org/officeDocument/2006/relationships/image" Target="../media/image1.png"/><Relationship Id="rId49" Type="http://schemas.openxmlformats.org/officeDocument/2006/relationships/image" Target="../media/image1.png"/><Relationship Id="rId50" Type="http://schemas.openxmlformats.org/officeDocument/2006/relationships/image" Target="../media/image20.jpeg"/><Relationship Id="rId5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image" Target="../media/image10.png"/><Relationship Id="rId12" Type="http://schemas.openxmlformats.org/officeDocument/2006/relationships/image" Target="../media/image1.png"/><Relationship Id="rId13" Type="http://schemas.openxmlformats.org/officeDocument/2006/relationships/image" Target="../media/image1.png"/><Relationship Id="rId14" Type="http://schemas.openxmlformats.org/officeDocument/2006/relationships/image" Target="../media/image10.png"/><Relationship Id="rId15" Type="http://schemas.openxmlformats.org/officeDocument/2006/relationships/image" Target="../media/image1.png"/><Relationship Id="rId16" Type="http://schemas.openxmlformats.org/officeDocument/2006/relationships/image" Target="../media/image11.png"/><Relationship Id="rId17" Type="http://schemas.openxmlformats.org/officeDocument/2006/relationships/image" Target="../media/image1.png"/><Relationship Id="rId18" Type="http://schemas.openxmlformats.org/officeDocument/2006/relationships/image" Target="../media/image21.jpeg"/><Relationship Id="rId19" Type="http://schemas.openxmlformats.org/officeDocument/2006/relationships/image" Target="../media/image19.png"/><Relationship Id="rId20" Type="http://schemas.openxmlformats.org/officeDocument/2006/relationships/image" Target="../media/image8.png"/><Relationship Id="rId21" Type="http://schemas.openxmlformats.org/officeDocument/2006/relationships/image" Target="../media/image9.png"/><Relationship Id="rId22" Type="http://schemas.openxmlformats.org/officeDocument/2006/relationships/image" Target="../media/image1.png"/><Relationship Id="rId23" Type="http://schemas.openxmlformats.org/officeDocument/2006/relationships/image" Target="../media/image1.png"/><Relationship Id="rId24" Type="http://schemas.openxmlformats.org/officeDocument/2006/relationships/image" Target="../media/image1.png"/><Relationship Id="rId25" Type="http://schemas.openxmlformats.org/officeDocument/2006/relationships/image" Target="../media/image10.png"/><Relationship Id="rId26" Type="http://schemas.openxmlformats.org/officeDocument/2006/relationships/image" Target="../media/image11.png"/><Relationship Id="rId27" Type="http://schemas.openxmlformats.org/officeDocument/2006/relationships/image" Target="../media/image1.png"/><Relationship Id="rId28" Type="http://schemas.openxmlformats.org/officeDocument/2006/relationships/image" Target="../media/image19.png"/><Relationship Id="rId29" Type="http://schemas.openxmlformats.org/officeDocument/2006/relationships/image" Target="../media/image8.png"/><Relationship Id="rId30" Type="http://schemas.openxmlformats.org/officeDocument/2006/relationships/image" Target="../media/image9.png"/><Relationship Id="rId31" Type="http://schemas.openxmlformats.org/officeDocument/2006/relationships/image" Target="../media/image10.png"/><Relationship Id="rId32" Type="http://schemas.openxmlformats.org/officeDocument/2006/relationships/image" Target="../media/image10.png"/><Relationship Id="rId33" Type="http://schemas.openxmlformats.org/officeDocument/2006/relationships/image" Target="../media/image1.png"/><Relationship Id="rId34" Type="http://schemas.openxmlformats.org/officeDocument/2006/relationships/image" Target="../media/image10.png"/><Relationship Id="rId35" Type="http://schemas.openxmlformats.org/officeDocument/2006/relationships/image" Target="../media/image11.png"/><Relationship Id="rId36" Type="http://schemas.openxmlformats.org/officeDocument/2006/relationships/image" Target="../media/image1.png"/><Relationship Id="rId37" Type="http://schemas.openxmlformats.org/officeDocument/2006/relationships/image" Target="../media/image21.jpeg"/><Relationship Id="rId38" Type="http://schemas.openxmlformats.org/officeDocument/2006/relationships/image" Target="../media/image21.jpeg"/><Relationship Id="rId39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1.png"/><Relationship Id="rId11" Type="http://schemas.openxmlformats.org/officeDocument/2006/relationships/image" Target="../media/image1.png"/><Relationship Id="rId12" Type="http://schemas.openxmlformats.org/officeDocument/2006/relationships/image" Target="../media/image9.png"/><Relationship Id="rId13" Type="http://schemas.openxmlformats.org/officeDocument/2006/relationships/image" Target="../media/image1.png"/><Relationship Id="rId14" Type="http://schemas.openxmlformats.org/officeDocument/2006/relationships/image" Target="../media/image10.png"/><Relationship Id="rId15" Type="http://schemas.openxmlformats.org/officeDocument/2006/relationships/image" Target="../media/image1.png"/><Relationship Id="rId16" Type="http://schemas.openxmlformats.org/officeDocument/2006/relationships/image" Target="../media/image1.png"/><Relationship Id="rId17" Type="http://schemas.openxmlformats.org/officeDocument/2006/relationships/image" Target="../media/image10.png"/><Relationship Id="rId18" Type="http://schemas.openxmlformats.org/officeDocument/2006/relationships/image" Target="../media/image1.png"/><Relationship Id="rId19" Type="http://schemas.openxmlformats.org/officeDocument/2006/relationships/image" Target="../media/image10.png"/><Relationship Id="rId20" Type="http://schemas.openxmlformats.org/officeDocument/2006/relationships/image" Target="../media/image1.png"/><Relationship Id="rId21" Type="http://schemas.openxmlformats.org/officeDocument/2006/relationships/image" Target="../media/image1.png"/><Relationship Id="rId22" Type="http://schemas.openxmlformats.org/officeDocument/2006/relationships/image" Target="../media/image1.png"/><Relationship Id="rId23" Type="http://schemas.openxmlformats.org/officeDocument/2006/relationships/image" Target="../media/image1.png"/><Relationship Id="rId24" Type="http://schemas.openxmlformats.org/officeDocument/2006/relationships/image" Target="../media/image1.png"/><Relationship Id="rId25" Type="http://schemas.openxmlformats.org/officeDocument/2006/relationships/image" Target="../media/image1.png"/><Relationship Id="rId26" Type="http://schemas.openxmlformats.org/officeDocument/2006/relationships/image" Target="../media/image1.png"/><Relationship Id="rId27" Type="http://schemas.openxmlformats.org/officeDocument/2006/relationships/image" Target="../media/image10.png"/><Relationship Id="rId28" Type="http://schemas.openxmlformats.org/officeDocument/2006/relationships/image" Target="../media/image1.png"/><Relationship Id="rId29" Type="http://schemas.openxmlformats.org/officeDocument/2006/relationships/image" Target="../media/image1.png"/><Relationship Id="rId30" Type="http://schemas.openxmlformats.org/officeDocument/2006/relationships/image" Target="../media/image11.png"/><Relationship Id="rId31" Type="http://schemas.openxmlformats.org/officeDocument/2006/relationships/image" Target="../media/image1.png"/><Relationship Id="rId32" Type="http://schemas.openxmlformats.org/officeDocument/2006/relationships/image" Target="../media/image1.png"/><Relationship Id="rId33" Type="http://schemas.openxmlformats.org/officeDocument/2006/relationships/image" Target="../media/image10.png"/><Relationship Id="rId34" Type="http://schemas.openxmlformats.org/officeDocument/2006/relationships/image" Target="../media/image23.png"/><Relationship Id="rId35" Type="http://schemas.openxmlformats.org/officeDocument/2006/relationships/image" Target="../media/image7.png"/><Relationship Id="rId36" Type="http://schemas.openxmlformats.org/officeDocument/2006/relationships/image" Target="../media/image8.png"/><Relationship Id="rId37" Type="http://schemas.openxmlformats.org/officeDocument/2006/relationships/image" Target="../media/image22.png"/><Relationship Id="rId38" Type="http://schemas.openxmlformats.org/officeDocument/2006/relationships/image" Target="../media/image1.png"/><Relationship Id="rId39" Type="http://schemas.openxmlformats.org/officeDocument/2006/relationships/image" Target="../media/image1.png"/><Relationship Id="rId40" Type="http://schemas.openxmlformats.org/officeDocument/2006/relationships/image" Target="../media/image9.png"/><Relationship Id="rId41" Type="http://schemas.openxmlformats.org/officeDocument/2006/relationships/image" Target="../media/image10.png"/><Relationship Id="rId42" Type="http://schemas.openxmlformats.org/officeDocument/2006/relationships/image" Target="../media/image1.png"/><Relationship Id="rId43" Type="http://schemas.openxmlformats.org/officeDocument/2006/relationships/image" Target="../media/image1.png"/><Relationship Id="rId44" Type="http://schemas.openxmlformats.org/officeDocument/2006/relationships/image" Target="../media/image10.png"/><Relationship Id="rId45" Type="http://schemas.openxmlformats.org/officeDocument/2006/relationships/image" Target="../media/image1.png"/><Relationship Id="rId46" Type="http://schemas.openxmlformats.org/officeDocument/2006/relationships/image" Target="../media/image10.png"/><Relationship Id="rId47" Type="http://schemas.openxmlformats.org/officeDocument/2006/relationships/image" Target="../media/image1.png"/><Relationship Id="rId48" Type="http://schemas.openxmlformats.org/officeDocument/2006/relationships/image" Target="../media/image1.png"/><Relationship Id="rId49" Type="http://schemas.openxmlformats.org/officeDocument/2006/relationships/image" Target="../media/image1.png"/><Relationship Id="rId50" Type="http://schemas.openxmlformats.org/officeDocument/2006/relationships/image" Target="../media/image11.png"/><Relationship Id="rId51" Type="http://schemas.openxmlformats.org/officeDocument/2006/relationships/image" Target="../media/image1.png"/><Relationship Id="rId52" Type="http://schemas.openxmlformats.org/officeDocument/2006/relationships/image" Target="../media/image1.png"/><Relationship Id="rId53" Type="http://schemas.openxmlformats.org/officeDocument/2006/relationships/image" Target="../media/image10.png"/><Relationship Id="rId54" Type="http://schemas.openxmlformats.org/officeDocument/2006/relationships/image" Target="../media/image24.png"/><Relationship Id="rId55" Type="http://schemas.openxmlformats.org/officeDocument/2006/relationships/image" Target="../media/image7.png"/><Relationship Id="rId56" Type="http://schemas.openxmlformats.org/officeDocument/2006/relationships/image" Target="../media/image8.png"/><Relationship Id="rId57" Type="http://schemas.openxmlformats.org/officeDocument/2006/relationships/image" Target="../media/image22.png"/><Relationship Id="rId58" Type="http://schemas.openxmlformats.org/officeDocument/2006/relationships/image" Target="../media/image1.png"/><Relationship Id="rId59" Type="http://schemas.openxmlformats.org/officeDocument/2006/relationships/image" Target="../media/image1.png"/><Relationship Id="rId60" Type="http://schemas.openxmlformats.org/officeDocument/2006/relationships/image" Target="../media/image9.png"/><Relationship Id="rId61" Type="http://schemas.openxmlformats.org/officeDocument/2006/relationships/image" Target="../media/image1.png"/><Relationship Id="rId62" Type="http://schemas.openxmlformats.org/officeDocument/2006/relationships/image" Target="../media/image1.png"/><Relationship Id="rId63" Type="http://schemas.openxmlformats.org/officeDocument/2006/relationships/image" Target="../media/image1.png"/><Relationship Id="rId64" Type="http://schemas.openxmlformats.org/officeDocument/2006/relationships/image" Target="../media/image11.png"/><Relationship Id="rId65" Type="http://schemas.openxmlformats.org/officeDocument/2006/relationships/image" Target="../media/image1.png"/><Relationship Id="rId66" Type="http://schemas.openxmlformats.org/officeDocument/2006/relationships/image" Target="../media/image1.png"/><Relationship Id="rId67" Type="http://schemas.openxmlformats.org/officeDocument/2006/relationships/image" Target="../media/image10.png"/><Relationship Id="rId68" Type="http://schemas.openxmlformats.org/officeDocument/2006/relationships/image" Target="../media/image25.png"/><Relationship Id="rId69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22.png"/><Relationship Id="rId10" Type="http://schemas.openxmlformats.org/officeDocument/2006/relationships/image" Target="../media/image9.png"/><Relationship Id="rId11" Type="http://schemas.openxmlformats.org/officeDocument/2006/relationships/image" Target="../media/image1.png"/><Relationship Id="rId12" Type="http://schemas.openxmlformats.org/officeDocument/2006/relationships/image" Target="../media/image1.png"/><Relationship Id="rId13" Type="http://schemas.openxmlformats.org/officeDocument/2006/relationships/image" Target="../media/image10.png"/><Relationship Id="rId14" Type="http://schemas.openxmlformats.org/officeDocument/2006/relationships/image" Target="../media/image1.png"/><Relationship Id="rId15" Type="http://schemas.openxmlformats.org/officeDocument/2006/relationships/image" Target="../media/image26.png"/><Relationship Id="rId16" Type="http://schemas.openxmlformats.org/officeDocument/2006/relationships/image" Target="../media/image1.png"/><Relationship Id="rId17" Type="http://schemas.openxmlformats.org/officeDocument/2006/relationships/image" Target="../media/image1.png"/><Relationship Id="rId18" Type="http://schemas.openxmlformats.org/officeDocument/2006/relationships/image" Target="../media/image10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14.png"/><Relationship Id="rId22" Type="http://schemas.openxmlformats.org/officeDocument/2006/relationships/image" Target="../media/image1.png"/><Relationship Id="rId23" Type="http://schemas.openxmlformats.org/officeDocument/2006/relationships/image" Target="../media/image1.png"/><Relationship Id="rId24" Type="http://schemas.openxmlformats.org/officeDocument/2006/relationships/image" Target="../media/image22.png"/><Relationship Id="rId25" Type="http://schemas.openxmlformats.org/officeDocument/2006/relationships/image" Target="../media/image1.png"/><Relationship Id="rId26" Type="http://schemas.openxmlformats.org/officeDocument/2006/relationships/image" Target="../media/image22.png"/><Relationship Id="rId27" Type="http://schemas.openxmlformats.org/officeDocument/2006/relationships/image" Target="../media/image15.png"/><Relationship Id="rId28" Type="http://schemas.openxmlformats.org/officeDocument/2006/relationships/image" Target="../media/image1.png"/><Relationship Id="rId29" Type="http://schemas.openxmlformats.org/officeDocument/2006/relationships/image" Target="../media/image1.png"/><Relationship Id="rId30" Type="http://schemas.openxmlformats.org/officeDocument/2006/relationships/image" Target="../media/image1.png"/><Relationship Id="rId31" Type="http://schemas.openxmlformats.org/officeDocument/2006/relationships/image" Target="../media/image10.png"/><Relationship Id="rId32" Type="http://schemas.openxmlformats.org/officeDocument/2006/relationships/image" Target="../media/image1.png"/><Relationship Id="rId33" Type="http://schemas.openxmlformats.org/officeDocument/2006/relationships/image" Target="../media/image1.png"/><Relationship Id="rId34" Type="http://schemas.openxmlformats.org/officeDocument/2006/relationships/image" Target="../media/image1.png"/><Relationship Id="rId35" Type="http://schemas.openxmlformats.org/officeDocument/2006/relationships/image" Target="../media/image1.png"/><Relationship Id="rId36" Type="http://schemas.openxmlformats.org/officeDocument/2006/relationships/image" Target="../media/image16.png"/><Relationship Id="rId37" Type="http://schemas.openxmlformats.org/officeDocument/2006/relationships/image" Target="../media/image1.png"/><Relationship Id="rId38" Type="http://schemas.openxmlformats.org/officeDocument/2006/relationships/image" Target="../media/image1.png"/><Relationship Id="rId39" Type="http://schemas.openxmlformats.org/officeDocument/2006/relationships/image" Target="../media/image1.png"/><Relationship Id="rId40" Type="http://schemas.openxmlformats.org/officeDocument/2006/relationships/image" Target="../media/image10.png"/><Relationship Id="rId41" Type="http://schemas.openxmlformats.org/officeDocument/2006/relationships/image" Target="../media/image29.jpeg"/><Relationship Id="rId42" Type="http://schemas.openxmlformats.org/officeDocument/2006/relationships/image" Target="../media/image19.png"/><Relationship Id="rId43" Type="http://schemas.openxmlformats.org/officeDocument/2006/relationships/image" Target="../media/image8.png"/><Relationship Id="rId44" Type="http://schemas.openxmlformats.org/officeDocument/2006/relationships/image" Target="../media/image9.png"/><Relationship Id="rId45" Type="http://schemas.openxmlformats.org/officeDocument/2006/relationships/image" Target="../media/image1.png"/><Relationship Id="rId46" Type="http://schemas.openxmlformats.org/officeDocument/2006/relationships/image" Target="../media/image1.png"/><Relationship Id="rId47" Type="http://schemas.openxmlformats.org/officeDocument/2006/relationships/image" Target="../media/image1.png"/><Relationship Id="rId48" Type="http://schemas.openxmlformats.org/officeDocument/2006/relationships/image" Target="../media/image11.png"/><Relationship Id="rId49" Type="http://schemas.openxmlformats.org/officeDocument/2006/relationships/image" Target="../media/image1.png"/><Relationship Id="rId50" Type="http://schemas.openxmlformats.org/officeDocument/2006/relationships/image" Target="../media/image10.png"/><Relationship Id="rId51" Type="http://schemas.openxmlformats.org/officeDocument/2006/relationships/image" Target="../media/image30.png"/><Relationship Id="rId5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image" Target="../media/image9.png"/><Relationship Id="rId12" Type="http://schemas.openxmlformats.org/officeDocument/2006/relationships/image" Target="../media/image1.png"/><Relationship Id="rId13" Type="http://schemas.openxmlformats.org/officeDocument/2006/relationships/image" Target="../media/image1.png"/><Relationship Id="rId14" Type="http://schemas.openxmlformats.org/officeDocument/2006/relationships/image" Target="../media/image1.png"/><Relationship Id="rId15" Type="http://schemas.openxmlformats.org/officeDocument/2006/relationships/image" Target="../media/image1.png"/><Relationship Id="rId16" Type="http://schemas.openxmlformats.org/officeDocument/2006/relationships/image" Target="../media/image26.png"/><Relationship Id="rId17" Type="http://schemas.openxmlformats.org/officeDocument/2006/relationships/image" Target="../media/image1.png"/><Relationship Id="rId18" Type="http://schemas.openxmlformats.org/officeDocument/2006/relationships/image" Target="../media/image1.png"/><Relationship Id="rId19" Type="http://schemas.openxmlformats.org/officeDocument/2006/relationships/image" Target="../media/image10.png"/><Relationship Id="rId20" Type="http://schemas.openxmlformats.org/officeDocument/2006/relationships/image" Target="../media/image31.png"/><Relationship Id="rId21" Type="http://schemas.openxmlformats.org/officeDocument/2006/relationships/image" Target="../media/image19.png"/><Relationship Id="rId22" Type="http://schemas.openxmlformats.org/officeDocument/2006/relationships/image" Target="../media/image32.png"/><Relationship Id="rId23" Type="http://schemas.openxmlformats.org/officeDocument/2006/relationships/image" Target="../media/image9.png"/><Relationship Id="rId24" Type="http://schemas.openxmlformats.org/officeDocument/2006/relationships/image" Target="../media/image1.png"/><Relationship Id="rId25" Type="http://schemas.openxmlformats.org/officeDocument/2006/relationships/image" Target="../media/image1.png"/><Relationship Id="rId26" Type="http://schemas.openxmlformats.org/officeDocument/2006/relationships/image" Target="../media/image1.png"/><Relationship Id="rId27" Type="http://schemas.openxmlformats.org/officeDocument/2006/relationships/image" Target="../media/image10.png"/><Relationship Id="rId28" Type="http://schemas.openxmlformats.org/officeDocument/2006/relationships/image" Target="../media/image1.png"/><Relationship Id="rId29" Type="http://schemas.openxmlformats.org/officeDocument/2006/relationships/image" Target="../media/image1.png"/><Relationship Id="rId30" Type="http://schemas.openxmlformats.org/officeDocument/2006/relationships/image" Target="../media/image10.png"/><Relationship Id="rId31" Type="http://schemas.openxmlformats.org/officeDocument/2006/relationships/image" Target="../media/image1.png"/><Relationship Id="rId32" Type="http://schemas.openxmlformats.org/officeDocument/2006/relationships/image" Target="../media/image1.png"/><Relationship Id="rId33" Type="http://schemas.openxmlformats.org/officeDocument/2006/relationships/image" Target="../media/image26.png"/><Relationship Id="rId34" Type="http://schemas.openxmlformats.org/officeDocument/2006/relationships/image" Target="../media/image1.png"/><Relationship Id="rId35" Type="http://schemas.openxmlformats.org/officeDocument/2006/relationships/image" Target="../media/image1.png"/><Relationship Id="rId36" Type="http://schemas.openxmlformats.org/officeDocument/2006/relationships/image" Target="../media/image10.png"/><Relationship Id="rId37" Type="http://schemas.openxmlformats.org/officeDocument/2006/relationships/image" Target="../media/image31.png"/><Relationship Id="rId38" Type="http://schemas.openxmlformats.org/officeDocument/2006/relationships/image" Target="../media/image19.png"/><Relationship Id="rId39" Type="http://schemas.openxmlformats.org/officeDocument/2006/relationships/image" Target="../media/image8.png"/><Relationship Id="rId40" Type="http://schemas.openxmlformats.org/officeDocument/2006/relationships/image" Target="../media/image9.png"/><Relationship Id="rId41" Type="http://schemas.openxmlformats.org/officeDocument/2006/relationships/image" Target="../media/image1.png"/><Relationship Id="rId42" Type="http://schemas.openxmlformats.org/officeDocument/2006/relationships/image" Target="../media/image1.png"/><Relationship Id="rId43" Type="http://schemas.openxmlformats.org/officeDocument/2006/relationships/image" Target="../media/image1.png"/><Relationship Id="rId44" Type="http://schemas.openxmlformats.org/officeDocument/2006/relationships/image" Target="../media/image1.png"/><Relationship Id="rId45" Type="http://schemas.openxmlformats.org/officeDocument/2006/relationships/image" Target="../media/image1.png"/><Relationship Id="rId46" Type="http://schemas.openxmlformats.org/officeDocument/2006/relationships/image" Target="../media/image1.png"/><Relationship Id="rId47" Type="http://schemas.openxmlformats.org/officeDocument/2006/relationships/image" Target="../media/image26.png"/><Relationship Id="rId48" Type="http://schemas.openxmlformats.org/officeDocument/2006/relationships/image" Target="../media/image1.png"/><Relationship Id="rId49" Type="http://schemas.openxmlformats.org/officeDocument/2006/relationships/image" Target="../media/image1.png"/><Relationship Id="rId50" Type="http://schemas.openxmlformats.org/officeDocument/2006/relationships/image" Target="../media/image33.png"/><Relationship Id="rId5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0.png"/><Relationship Id="rId10" Type="http://schemas.openxmlformats.org/officeDocument/2006/relationships/image" Target="../media/image1.png"/><Relationship Id="rId11" Type="http://schemas.openxmlformats.org/officeDocument/2006/relationships/image" Target="../media/image1.png"/><Relationship Id="rId12" Type="http://schemas.openxmlformats.org/officeDocument/2006/relationships/image" Target="../media/image1.png"/><Relationship Id="rId13" Type="http://schemas.openxmlformats.org/officeDocument/2006/relationships/image" Target="../media/image10.png"/><Relationship Id="rId14" Type="http://schemas.openxmlformats.org/officeDocument/2006/relationships/image" Target="../media/image1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image1.png"/><Relationship Id="rId18" Type="http://schemas.openxmlformats.org/officeDocument/2006/relationships/image" Target="../media/image1.png"/><Relationship Id="rId19" Type="http://schemas.openxmlformats.org/officeDocument/2006/relationships/image" Target="../media/image33.png"/><Relationship Id="rId20" Type="http://schemas.openxmlformats.org/officeDocument/2006/relationships/image" Target="../media/image19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.png"/><Relationship Id="rId24" Type="http://schemas.openxmlformats.org/officeDocument/2006/relationships/image" Target="../media/image10.png"/><Relationship Id="rId25" Type="http://schemas.openxmlformats.org/officeDocument/2006/relationships/image" Target="../media/image1.png"/><Relationship Id="rId26" Type="http://schemas.openxmlformats.org/officeDocument/2006/relationships/image" Target="../media/image10.png"/><Relationship Id="rId27" Type="http://schemas.openxmlformats.org/officeDocument/2006/relationships/image" Target="../media/image1.png"/><Relationship Id="rId28" Type="http://schemas.openxmlformats.org/officeDocument/2006/relationships/image" Target="../media/image10.png"/><Relationship Id="rId29" Type="http://schemas.openxmlformats.org/officeDocument/2006/relationships/image" Target="../media/image1.png"/><Relationship Id="rId30" Type="http://schemas.openxmlformats.org/officeDocument/2006/relationships/image" Target="../media/image11.png"/><Relationship Id="rId31" Type="http://schemas.openxmlformats.org/officeDocument/2006/relationships/image" Target="../media/image1.png"/><Relationship Id="rId32" Type="http://schemas.openxmlformats.org/officeDocument/2006/relationships/image" Target="../media/image21.jpeg"/><Relationship Id="rId3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34.jpeg"/><Relationship Id="rId9" Type="http://schemas.openxmlformats.org/officeDocument/2006/relationships/image" Target="../media/image35.jpeg"/><Relationship Id="rId10" Type="http://schemas.openxmlformats.org/officeDocument/2006/relationships/image" Target="../media/image36.jpeg"/><Relationship Id="rId1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37.jpeg"/><Relationship Id="rId10" Type="http://schemas.openxmlformats.org/officeDocument/2006/relationships/image" Target="../media/image38.jpeg"/><Relationship Id="rId1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39.jpe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42.jpe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47.jpeg"/><Relationship Id="rId10" Type="http://schemas.openxmlformats.org/officeDocument/2006/relationships/image" Target="../media/image48.jpeg"/><Relationship Id="rId1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image" Target="../media/image49.jpeg"/><Relationship Id="rId10" Type="http://schemas.openxmlformats.org/officeDocument/2006/relationships/image" Target="../media/image50.jpeg"/><Relationship Id="rId11" Type="http://schemas.openxmlformats.org/officeDocument/2006/relationships/image" Target="../media/image1.png"/><Relationship Id="rId1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51.jpeg"/><Relationship Id="rId9" Type="http://schemas.openxmlformats.org/officeDocument/2006/relationships/image" Target="../media/image52.png"/><Relationship Id="rId10" Type="http://schemas.openxmlformats.org/officeDocument/2006/relationships/image" Target="../media/image1.png"/><Relationship Id="rId1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53.jpeg"/><Relationship Id="rId9" Type="http://schemas.openxmlformats.org/officeDocument/2006/relationships/image" Target="../media/image54.jpeg"/><Relationship Id="rId10" Type="http://schemas.openxmlformats.org/officeDocument/2006/relationships/image" Target="../media/image1.png"/><Relationship Id="rId1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image" Target="../media/image55.jpeg"/><Relationship Id="rId10" Type="http://schemas.openxmlformats.org/officeDocument/2006/relationships/image" Target="../media/image56.pn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57.jpeg"/><Relationship Id="rId9" Type="http://schemas.openxmlformats.org/officeDocument/2006/relationships/image" Target="../media/image58.jpeg"/><Relationship Id="rId10" Type="http://schemas.openxmlformats.org/officeDocument/2006/relationships/image" Target="../media/image59.jpe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60.jpe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11572920" y="6355800"/>
            <a:ext cx="27180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"/>
          <p:cNvPicPr/>
          <p:nvPr/>
        </p:nvPicPr>
        <p:blipFill>
          <a:blip r:embed="rId3"/>
          <a:stretch/>
        </p:blipFill>
        <p:spPr>
          <a:xfrm>
            <a:off x="11572920" y="6355800"/>
            <a:ext cx="27180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"/>
          <p:cNvPicPr/>
          <p:nvPr/>
        </p:nvPicPr>
        <p:blipFill>
          <a:blip r:embed="rId4"/>
          <a:stretch/>
        </p:blipFill>
        <p:spPr>
          <a:xfrm>
            <a:off x="8432280" y="3267360"/>
            <a:ext cx="5169960" cy="453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"/>
          <p:cNvPicPr/>
          <p:nvPr/>
        </p:nvPicPr>
        <p:blipFill>
          <a:blip r:embed="rId5"/>
          <a:stretch/>
        </p:blipFill>
        <p:spPr>
          <a:xfrm>
            <a:off x="11572920" y="6355800"/>
            <a:ext cx="27180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/>
          <p:cNvPicPr/>
          <p:nvPr/>
        </p:nvPicPr>
        <p:blipFill>
          <a:blip r:embed="rId6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1057680" y="1495800"/>
            <a:ext cx="1972440" cy="2781360"/>
          </a:xfrm>
          <a:custGeom>
            <a:avLst/>
            <a:gdLst/>
            <a:ahLst/>
            <a:rect l="0" t="0" r="r" b="b"/>
            <a:pathLst>
              <a:path w="5479" h="7726">
                <a:moveTo>
                  <a:pt x="1030" y="7222"/>
                </a:moveTo>
                <a:lnTo>
                  <a:pt x="3858" y="4406"/>
                </a:lnTo>
                <a:cubicBezTo>
                  <a:pt x="4351" y="3916"/>
                  <a:pt x="4684" y="3487"/>
                  <a:pt x="4860" y="3118"/>
                </a:cubicBezTo>
                <a:cubicBezTo>
                  <a:pt x="5035" y="2749"/>
                  <a:pt x="5117" y="2385"/>
                  <a:pt x="5106" y="2027"/>
                </a:cubicBezTo>
                <a:cubicBezTo>
                  <a:pt x="5097" y="1396"/>
                  <a:pt x="4874" y="902"/>
                  <a:pt x="4437" y="545"/>
                </a:cubicBezTo>
                <a:cubicBezTo>
                  <a:pt x="3999" y="188"/>
                  <a:pt x="3401" y="6"/>
                  <a:pt x="2641" y="0"/>
                </a:cubicBezTo>
                <a:cubicBezTo>
                  <a:pt x="2064" y="2"/>
                  <a:pt x="1552" y="93"/>
                  <a:pt x="1107" y="275"/>
                </a:cubicBezTo>
                <a:cubicBezTo>
                  <a:pt x="661" y="456"/>
                  <a:pt x="292" y="715"/>
                  <a:pt x="0" y="1052"/>
                </a:cubicBezTo>
                <a:lnTo>
                  <a:pt x="394" y="1403"/>
                </a:lnTo>
                <a:cubicBezTo>
                  <a:pt x="656" y="1102"/>
                  <a:pt x="969" y="878"/>
                  <a:pt x="1332" y="732"/>
                </a:cubicBezTo>
                <a:cubicBezTo>
                  <a:pt x="1695" y="585"/>
                  <a:pt x="2116" y="513"/>
                  <a:pt x="2597" y="514"/>
                </a:cubicBezTo>
                <a:cubicBezTo>
                  <a:pt x="3234" y="518"/>
                  <a:pt x="3717" y="660"/>
                  <a:pt x="4044" y="936"/>
                </a:cubicBezTo>
                <a:cubicBezTo>
                  <a:pt x="4371" y="1213"/>
                  <a:pt x="4536" y="1595"/>
                  <a:pt x="4537" y="2082"/>
                </a:cubicBezTo>
                <a:cubicBezTo>
                  <a:pt x="4549" y="2364"/>
                  <a:pt x="4482" y="2661"/>
                  <a:pt x="4336" y="2973"/>
                </a:cubicBezTo>
                <a:cubicBezTo>
                  <a:pt x="4190" y="3285"/>
                  <a:pt x="3896" y="3663"/>
                  <a:pt x="3452" y="4110"/>
                </a:cubicBezTo>
                <a:lnTo>
                  <a:pt x="208" y="7332"/>
                </a:lnTo>
                <a:lnTo>
                  <a:pt x="208" y="7726"/>
                </a:lnTo>
                <a:lnTo>
                  <a:pt x="5479" y="7726"/>
                </a:lnTo>
                <a:lnTo>
                  <a:pt x="5479" y="7222"/>
                </a:lnTo>
                <a:lnTo>
                  <a:pt x="1030" y="7222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"/>
          <p:cNvPicPr/>
          <p:nvPr/>
        </p:nvPicPr>
        <p:blipFill>
          <a:blip r:embed="rId7"/>
          <a:stretch/>
        </p:blipFill>
        <p:spPr>
          <a:xfrm>
            <a:off x="4471560" y="2345760"/>
            <a:ext cx="2568600" cy="56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"/>
          <p:cNvPicPr/>
          <p:nvPr/>
        </p:nvPicPr>
        <p:blipFill>
          <a:blip r:embed="rId8"/>
          <a:stretch/>
        </p:blipFill>
        <p:spPr>
          <a:xfrm>
            <a:off x="6826320" y="2345760"/>
            <a:ext cx="2701440" cy="56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/>
          <p:cNvPicPr/>
          <p:nvPr/>
        </p:nvPicPr>
        <p:blipFill>
          <a:blip r:embed="rId9"/>
          <a:stretch/>
        </p:blipFill>
        <p:spPr>
          <a:xfrm>
            <a:off x="4471560" y="2831040"/>
            <a:ext cx="3279240" cy="56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11595960" y="6355800"/>
            <a:ext cx="2008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"/>
          <p:cNvPicPr/>
          <p:nvPr/>
        </p:nvPicPr>
        <p:blipFill>
          <a:blip r:embed="rId3"/>
          <a:stretch/>
        </p:blipFill>
        <p:spPr>
          <a:xfrm>
            <a:off x="281160" y="281520"/>
            <a:ext cx="414324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" name=""/>
          <p:cNvPicPr/>
          <p:nvPr/>
        </p:nvPicPr>
        <p:blipFill>
          <a:blip r:embed="rId4"/>
          <a:stretch/>
        </p:blipFill>
        <p:spPr>
          <a:xfrm>
            <a:off x="2180880" y="94320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2221920" y="990360"/>
            <a:ext cx="229320" cy="1635840"/>
          </a:xfrm>
          <a:custGeom>
            <a:avLst/>
            <a:gdLst/>
            <a:ahLst/>
            <a:rect l="0" t="0" r="r" b="b"/>
            <a:pathLst>
              <a:path w="637" h="4544">
                <a:moveTo>
                  <a:pt x="0" y="0"/>
                </a:moveTo>
                <a:lnTo>
                  <a:pt x="637" y="2271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4" name=""/>
          <p:cNvPicPr/>
          <p:nvPr/>
        </p:nvPicPr>
        <p:blipFill>
          <a:blip r:embed="rId5"/>
          <a:stretch/>
        </p:blipFill>
        <p:spPr>
          <a:xfrm>
            <a:off x="239400" y="94320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288000" y="990360"/>
            <a:ext cx="1853280" cy="1635840"/>
          </a:xfrm>
          <a:custGeom>
            <a:avLst/>
            <a:gdLst/>
            <a:ahLst/>
            <a:rect l="0" t="0" r="r" b="b"/>
            <a:pathLst>
              <a:path w="5148" h="4544">
                <a:moveTo>
                  <a:pt x="0" y="0"/>
                </a:moveTo>
                <a:lnTo>
                  <a:pt x="5148" y="0"/>
                </a:lnTo>
                <a:lnTo>
                  <a:pt x="5148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6"/>
          <a:stretch/>
        </p:blipFill>
        <p:spPr>
          <a:xfrm>
            <a:off x="803160" y="1382400"/>
            <a:ext cx="11084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"/>
          <p:cNvPicPr/>
          <p:nvPr/>
        </p:nvPicPr>
        <p:blipFill>
          <a:blip r:embed="rId7"/>
          <a:stretch/>
        </p:blipFill>
        <p:spPr>
          <a:xfrm>
            <a:off x="594360" y="1545480"/>
            <a:ext cx="1345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/>
          <p:cNvPicPr/>
          <p:nvPr/>
        </p:nvPicPr>
        <p:blipFill>
          <a:blip r:embed="rId8"/>
          <a:stretch/>
        </p:blipFill>
        <p:spPr>
          <a:xfrm>
            <a:off x="519840" y="1707120"/>
            <a:ext cx="14925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/>
          <p:cNvPicPr/>
          <p:nvPr/>
        </p:nvPicPr>
        <p:blipFill>
          <a:blip r:embed="rId9"/>
          <a:stretch/>
        </p:blipFill>
        <p:spPr>
          <a:xfrm>
            <a:off x="783360" y="1870200"/>
            <a:ext cx="946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"/>
          <p:cNvPicPr/>
          <p:nvPr/>
        </p:nvPicPr>
        <p:blipFill>
          <a:blip r:embed="rId10"/>
          <a:stretch/>
        </p:blipFill>
        <p:spPr>
          <a:xfrm>
            <a:off x="859680" y="2033280"/>
            <a:ext cx="4186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/>
          <p:cNvPicPr/>
          <p:nvPr/>
        </p:nvPicPr>
        <p:blipFill>
          <a:blip r:embed="rId11"/>
          <a:stretch/>
        </p:blipFill>
        <p:spPr>
          <a:xfrm>
            <a:off x="1194840" y="2033280"/>
            <a:ext cx="103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/>
          <p:cNvPicPr/>
          <p:nvPr/>
        </p:nvPicPr>
        <p:blipFill>
          <a:blip r:embed="rId12"/>
          <a:stretch/>
        </p:blipFill>
        <p:spPr>
          <a:xfrm>
            <a:off x="1246680" y="2033280"/>
            <a:ext cx="4035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13"/>
          <a:stretch/>
        </p:blipFill>
        <p:spPr>
          <a:xfrm>
            <a:off x="2446200" y="943200"/>
            <a:ext cx="78512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/>
          <p:nvPr/>
        </p:nvSpPr>
        <p:spPr>
          <a:xfrm>
            <a:off x="2523600" y="990360"/>
            <a:ext cx="7701120" cy="1635840"/>
          </a:xfrm>
          <a:custGeom>
            <a:avLst/>
            <a:gdLst/>
            <a:ahLst/>
            <a:rect l="0" t="0" r="r" b="b"/>
            <a:pathLst>
              <a:path w="21392" h="4544">
                <a:moveTo>
                  <a:pt x="0" y="0"/>
                </a:moveTo>
                <a:lnTo>
                  <a:pt x="21392" y="0"/>
                </a:lnTo>
                <a:lnTo>
                  <a:pt x="21392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20280" y="1397160"/>
            <a:ext cx="1839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1.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"/>
          <p:cNvPicPr/>
          <p:nvPr/>
        </p:nvPicPr>
        <p:blipFill>
          <a:blip r:embed="rId14"/>
          <a:stretch/>
        </p:blipFill>
        <p:spPr>
          <a:xfrm>
            <a:off x="2918520" y="1229040"/>
            <a:ext cx="129564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2689920" y="12466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" name=""/>
          <p:cNvPicPr/>
          <p:nvPr/>
        </p:nvPicPr>
        <p:blipFill>
          <a:blip r:embed="rId15"/>
          <a:stretch/>
        </p:blipFill>
        <p:spPr>
          <a:xfrm>
            <a:off x="2918520" y="1388880"/>
            <a:ext cx="3226320" cy="18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"/>
          <p:cNvPicPr/>
          <p:nvPr/>
        </p:nvPicPr>
        <p:blipFill>
          <a:blip r:embed="rId16"/>
          <a:stretch/>
        </p:blipFill>
        <p:spPr>
          <a:xfrm>
            <a:off x="6076440" y="1388880"/>
            <a:ext cx="103320" cy="18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/>
          <p:cNvPicPr/>
          <p:nvPr/>
        </p:nvPicPr>
        <p:blipFill>
          <a:blip r:embed="rId17"/>
          <a:stretch/>
        </p:blipFill>
        <p:spPr>
          <a:xfrm>
            <a:off x="6128280" y="1388880"/>
            <a:ext cx="39600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 txBox="1"/>
          <p:nvPr/>
        </p:nvSpPr>
        <p:spPr>
          <a:xfrm>
            <a:off x="2689920" y="1406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"/>
          <p:cNvPicPr/>
          <p:nvPr/>
        </p:nvPicPr>
        <p:blipFill>
          <a:blip r:embed="rId18"/>
          <a:stretch/>
        </p:blipFill>
        <p:spPr>
          <a:xfrm>
            <a:off x="2918520" y="1549080"/>
            <a:ext cx="39243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"/>
          <p:cNvSpPr txBox="1"/>
          <p:nvPr/>
        </p:nvSpPr>
        <p:spPr>
          <a:xfrm>
            <a:off x="2689920" y="15667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"/>
          <p:cNvPicPr/>
          <p:nvPr/>
        </p:nvPicPr>
        <p:blipFill>
          <a:blip r:embed="rId19"/>
          <a:stretch/>
        </p:blipFill>
        <p:spPr>
          <a:xfrm>
            <a:off x="2918520" y="1708920"/>
            <a:ext cx="293652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"/>
          <p:cNvSpPr txBox="1"/>
          <p:nvPr/>
        </p:nvSpPr>
        <p:spPr>
          <a:xfrm>
            <a:off x="2689920" y="17269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"/>
          <p:cNvPicPr/>
          <p:nvPr/>
        </p:nvPicPr>
        <p:blipFill>
          <a:blip r:embed="rId20"/>
          <a:stretch/>
        </p:blipFill>
        <p:spPr>
          <a:xfrm>
            <a:off x="2918520" y="1868760"/>
            <a:ext cx="1626840" cy="18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"/>
          <p:cNvSpPr txBox="1"/>
          <p:nvPr/>
        </p:nvSpPr>
        <p:spPr>
          <a:xfrm>
            <a:off x="2689920" y="188640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" name=""/>
          <p:cNvPicPr/>
          <p:nvPr/>
        </p:nvPicPr>
        <p:blipFill>
          <a:blip r:embed="rId21"/>
          <a:stretch/>
        </p:blipFill>
        <p:spPr>
          <a:xfrm>
            <a:off x="2918520" y="2029320"/>
            <a:ext cx="355320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"/>
          <p:cNvSpPr txBox="1"/>
          <p:nvPr/>
        </p:nvSpPr>
        <p:spPr>
          <a:xfrm>
            <a:off x="2689920" y="20469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" name=""/>
          <p:cNvPicPr/>
          <p:nvPr/>
        </p:nvPicPr>
        <p:blipFill>
          <a:blip r:embed="rId22"/>
          <a:stretch/>
        </p:blipFill>
        <p:spPr>
          <a:xfrm>
            <a:off x="2918520" y="2189520"/>
            <a:ext cx="3830400" cy="18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/>
          <p:cNvPicPr/>
          <p:nvPr/>
        </p:nvPicPr>
        <p:blipFill>
          <a:blip r:embed="rId23"/>
          <a:stretch/>
        </p:blipFill>
        <p:spPr>
          <a:xfrm>
            <a:off x="10325160" y="94320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10372320" y="990360"/>
            <a:ext cx="1533240" cy="1635840"/>
          </a:xfrm>
          <a:custGeom>
            <a:avLst/>
            <a:gdLst/>
            <a:ahLst/>
            <a:rect l="0" t="0" r="r" b="b"/>
            <a:pathLst>
              <a:path w="4259" h="4544">
                <a:moveTo>
                  <a:pt x="0" y="0"/>
                </a:moveTo>
                <a:lnTo>
                  <a:pt x="4259" y="0"/>
                </a:lnTo>
                <a:lnTo>
                  <a:pt x="4259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24"/>
          <a:stretch/>
        </p:blipFill>
        <p:spPr>
          <a:xfrm>
            <a:off x="10707480" y="2376720"/>
            <a:ext cx="4474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/>
          <p:cNvPicPr/>
          <p:nvPr/>
        </p:nvPicPr>
        <p:blipFill>
          <a:blip r:embed="rId25"/>
          <a:stretch/>
        </p:blipFill>
        <p:spPr>
          <a:xfrm>
            <a:off x="11065680" y="237672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"/>
          <p:cNvPicPr/>
          <p:nvPr/>
        </p:nvPicPr>
        <p:blipFill>
          <a:blip r:embed="rId26"/>
          <a:stretch/>
        </p:blipFill>
        <p:spPr>
          <a:xfrm>
            <a:off x="11157120" y="2376720"/>
            <a:ext cx="578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/>
          <p:cNvPicPr/>
          <p:nvPr/>
        </p:nvPicPr>
        <p:blipFill>
          <a:blip r:embed="rId27"/>
          <a:stretch/>
        </p:blipFill>
        <p:spPr>
          <a:xfrm>
            <a:off x="10424160" y="1639800"/>
            <a:ext cx="1429200" cy="37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"/>
          <p:cNvPicPr/>
          <p:nvPr/>
        </p:nvPicPr>
        <p:blipFill>
          <a:blip r:embed="rId28"/>
          <a:stretch/>
        </p:blipFill>
        <p:spPr>
          <a:xfrm>
            <a:off x="2180880" y="272628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/>
          <p:nvPr/>
        </p:nvSpPr>
        <p:spPr>
          <a:xfrm>
            <a:off x="2221920" y="2773440"/>
            <a:ext cx="229320" cy="1635840"/>
          </a:xfrm>
          <a:custGeom>
            <a:avLst/>
            <a:gdLst/>
            <a:ahLst/>
            <a:rect l="0" t="0" r="r" b="b"/>
            <a:pathLst>
              <a:path w="637" h="4544">
                <a:moveTo>
                  <a:pt x="0" y="0"/>
                </a:moveTo>
                <a:lnTo>
                  <a:pt x="637" y="2271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9" name=""/>
          <p:cNvPicPr/>
          <p:nvPr/>
        </p:nvPicPr>
        <p:blipFill>
          <a:blip r:embed="rId29"/>
          <a:stretch/>
        </p:blipFill>
        <p:spPr>
          <a:xfrm>
            <a:off x="239400" y="272628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/>
          <p:nvPr/>
        </p:nvSpPr>
        <p:spPr>
          <a:xfrm>
            <a:off x="288000" y="2773440"/>
            <a:ext cx="1853280" cy="1635840"/>
          </a:xfrm>
          <a:custGeom>
            <a:avLst/>
            <a:gdLst/>
            <a:ahLst/>
            <a:rect l="0" t="0" r="r" b="b"/>
            <a:pathLst>
              <a:path w="5148" h="4544">
                <a:moveTo>
                  <a:pt x="0" y="0"/>
                </a:moveTo>
                <a:lnTo>
                  <a:pt x="5148" y="0"/>
                </a:lnTo>
                <a:lnTo>
                  <a:pt x="5148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689920" y="22071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" name=""/>
          <p:cNvPicPr/>
          <p:nvPr/>
        </p:nvPicPr>
        <p:blipFill>
          <a:blip r:embed="rId30"/>
          <a:stretch/>
        </p:blipFill>
        <p:spPr>
          <a:xfrm>
            <a:off x="803160" y="3247560"/>
            <a:ext cx="11084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/>
          <p:cNvPicPr/>
          <p:nvPr/>
        </p:nvPicPr>
        <p:blipFill>
          <a:blip r:embed="rId31"/>
          <a:stretch/>
        </p:blipFill>
        <p:spPr>
          <a:xfrm>
            <a:off x="594360" y="3410280"/>
            <a:ext cx="134532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"/>
          <p:cNvPicPr/>
          <p:nvPr/>
        </p:nvPicPr>
        <p:blipFill>
          <a:blip r:embed="rId32"/>
          <a:stretch/>
        </p:blipFill>
        <p:spPr>
          <a:xfrm>
            <a:off x="583560" y="3572280"/>
            <a:ext cx="1363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"/>
          <p:cNvPicPr/>
          <p:nvPr/>
        </p:nvPicPr>
        <p:blipFill>
          <a:blip r:embed="rId33"/>
          <a:stretch/>
        </p:blipFill>
        <p:spPr>
          <a:xfrm>
            <a:off x="1019520" y="3735360"/>
            <a:ext cx="4852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/>
          <p:cNvPicPr/>
          <p:nvPr/>
        </p:nvPicPr>
        <p:blipFill>
          <a:blip r:embed="rId34"/>
          <a:stretch/>
        </p:blipFill>
        <p:spPr>
          <a:xfrm>
            <a:off x="2446200" y="2726280"/>
            <a:ext cx="78512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"/>
          <p:cNvSpPr/>
          <p:nvPr/>
        </p:nvSpPr>
        <p:spPr>
          <a:xfrm>
            <a:off x="2523600" y="2773440"/>
            <a:ext cx="7701120" cy="1635840"/>
          </a:xfrm>
          <a:custGeom>
            <a:avLst/>
            <a:gdLst/>
            <a:ahLst/>
            <a:rect l="0" t="0" r="r" b="b"/>
            <a:pathLst>
              <a:path w="21392" h="4544">
                <a:moveTo>
                  <a:pt x="0" y="0"/>
                </a:moveTo>
                <a:lnTo>
                  <a:pt x="21392" y="0"/>
                </a:lnTo>
                <a:lnTo>
                  <a:pt x="21392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20280" y="3261960"/>
            <a:ext cx="1839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2.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" name=""/>
          <p:cNvPicPr/>
          <p:nvPr/>
        </p:nvPicPr>
        <p:blipFill>
          <a:blip r:embed="rId35"/>
          <a:stretch/>
        </p:blipFill>
        <p:spPr>
          <a:xfrm>
            <a:off x="2918520" y="3151800"/>
            <a:ext cx="410868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 txBox="1"/>
          <p:nvPr/>
        </p:nvSpPr>
        <p:spPr>
          <a:xfrm>
            <a:off x="2689920" y="31773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" name=""/>
          <p:cNvPicPr/>
          <p:nvPr/>
        </p:nvPicPr>
        <p:blipFill>
          <a:blip r:embed="rId36"/>
          <a:stretch/>
        </p:blipFill>
        <p:spPr>
          <a:xfrm>
            <a:off x="2918520" y="3319200"/>
            <a:ext cx="6052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2689920" y="334440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" name=""/>
          <p:cNvPicPr/>
          <p:nvPr/>
        </p:nvPicPr>
        <p:blipFill>
          <a:blip r:embed="rId37"/>
          <a:stretch/>
        </p:blipFill>
        <p:spPr>
          <a:xfrm>
            <a:off x="2918520" y="3487680"/>
            <a:ext cx="6730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/>
          <p:cNvPicPr/>
          <p:nvPr/>
        </p:nvPicPr>
        <p:blipFill>
          <a:blip r:embed="rId38"/>
          <a:stretch/>
        </p:blipFill>
        <p:spPr>
          <a:xfrm>
            <a:off x="2918520" y="3655080"/>
            <a:ext cx="28429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 txBox="1"/>
          <p:nvPr/>
        </p:nvSpPr>
        <p:spPr>
          <a:xfrm>
            <a:off x="2689920" y="3512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" name=""/>
          <p:cNvPicPr/>
          <p:nvPr/>
        </p:nvPicPr>
        <p:blipFill>
          <a:blip r:embed="rId39"/>
          <a:stretch/>
        </p:blipFill>
        <p:spPr>
          <a:xfrm>
            <a:off x="2918520" y="3822840"/>
            <a:ext cx="28224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/>
          <p:cNvPicPr/>
          <p:nvPr/>
        </p:nvPicPr>
        <p:blipFill>
          <a:blip r:embed="rId40"/>
          <a:stretch/>
        </p:blipFill>
        <p:spPr>
          <a:xfrm>
            <a:off x="10325160" y="272628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"/>
          <p:cNvSpPr/>
          <p:nvPr/>
        </p:nvSpPr>
        <p:spPr>
          <a:xfrm>
            <a:off x="10372320" y="2773440"/>
            <a:ext cx="1533240" cy="1635840"/>
          </a:xfrm>
          <a:custGeom>
            <a:avLst/>
            <a:gdLst/>
            <a:ahLst/>
            <a:rect l="0" t="0" r="r" b="b"/>
            <a:pathLst>
              <a:path w="4259" h="4544">
                <a:moveTo>
                  <a:pt x="0" y="0"/>
                </a:moveTo>
                <a:lnTo>
                  <a:pt x="4259" y="0"/>
                </a:lnTo>
                <a:lnTo>
                  <a:pt x="4259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9" name=""/>
          <p:cNvPicPr/>
          <p:nvPr/>
        </p:nvPicPr>
        <p:blipFill>
          <a:blip r:embed="rId41"/>
          <a:stretch/>
        </p:blipFill>
        <p:spPr>
          <a:xfrm>
            <a:off x="10545840" y="3824280"/>
            <a:ext cx="1345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42"/>
          <a:stretch/>
        </p:blipFill>
        <p:spPr>
          <a:xfrm>
            <a:off x="10457280" y="3992040"/>
            <a:ext cx="15120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/>
          <p:cNvPicPr/>
          <p:nvPr/>
        </p:nvPicPr>
        <p:blipFill>
          <a:blip r:embed="rId43"/>
          <a:stretch/>
        </p:blipFill>
        <p:spPr>
          <a:xfrm>
            <a:off x="10526040" y="415980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44"/>
          <a:stretch/>
        </p:blipFill>
        <p:spPr>
          <a:xfrm>
            <a:off x="10616040" y="4159800"/>
            <a:ext cx="12769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/>
          <p:cNvPicPr/>
          <p:nvPr/>
        </p:nvPicPr>
        <p:blipFill>
          <a:blip r:embed="rId45"/>
          <a:stretch/>
        </p:blipFill>
        <p:spPr>
          <a:xfrm>
            <a:off x="2180880" y="4530960"/>
            <a:ext cx="30600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2221920" y="4577760"/>
            <a:ext cx="229320" cy="1637280"/>
          </a:xfrm>
          <a:custGeom>
            <a:avLst/>
            <a:gdLst/>
            <a:ahLst/>
            <a:rect l="0" t="0" r="r" b="b"/>
            <a:pathLst>
              <a:path w="637" h="4548">
                <a:moveTo>
                  <a:pt x="0" y="0"/>
                </a:moveTo>
                <a:lnTo>
                  <a:pt x="637" y="2274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46"/>
          <a:stretch/>
        </p:blipFill>
        <p:spPr>
          <a:xfrm>
            <a:off x="239400" y="4530960"/>
            <a:ext cx="194580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288000" y="4577760"/>
            <a:ext cx="1853280" cy="1637280"/>
          </a:xfrm>
          <a:custGeom>
            <a:avLst/>
            <a:gdLst/>
            <a:ahLst/>
            <a:rect l="0" t="0" r="r" b="b"/>
            <a:pathLst>
              <a:path w="5148" h="4548">
                <a:moveTo>
                  <a:pt x="0" y="0"/>
                </a:moveTo>
                <a:lnTo>
                  <a:pt x="5148" y="0"/>
                </a:lnTo>
                <a:lnTo>
                  <a:pt x="5148" y="4548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689920" y="38480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8" name=""/>
          <p:cNvPicPr/>
          <p:nvPr/>
        </p:nvPicPr>
        <p:blipFill>
          <a:blip r:embed="rId47"/>
          <a:stretch/>
        </p:blipFill>
        <p:spPr>
          <a:xfrm>
            <a:off x="778680" y="5133960"/>
            <a:ext cx="932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/>
          <p:cNvPicPr/>
          <p:nvPr/>
        </p:nvPicPr>
        <p:blipFill>
          <a:blip r:embed="rId48"/>
          <a:stretch/>
        </p:blipFill>
        <p:spPr>
          <a:xfrm>
            <a:off x="841320" y="5133960"/>
            <a:ext cx="9939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49"/>
          <a:stretch/>
        </p:blipFill>
        <p:spPr>
          <a:xfrm>
            <a:off x="429840" y="5297040"/>
            <a:ext cx="16725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/>
          <p:cNvPicPr/>
          <p:nvPr/>
        </p:nvPicPr>
        <p:blipFill>
          <a:blip r:embed="rId50"/>
          <a:stretch/>
        </p:blipFill>
        <p:spPr>
          <a:xfrm>
            <a:off x="762120" y="5458680"/>
            <a:ext cx="10166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/>
          <p:cNvPicPr/>
          <p:nvPr/>
        </p:nvPicPr>
        <p:blipFill>
          <a:blip r:embed="rId51"/>
          <a:stretch/>
        </p:blipFill>
        <p:spPr>
          <a:xfrm>
            <a:off x="2446200" y="4530960"/>
            <a:ext cx="785124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523600" y="4577760"/>
            <a:ext cx="7701120" cy="1637280"/>
          </a:xfrm>
          <a:custGeom>
            <a:avLst/>
            <a:gdLst/>
            <a:ahLst/>
            <a:rect l="0" t="0" r="r" b="b"/>
            <a:pathLst>
              <a:path w="21392" h="4548">
                <a:moveTo>
                  <a:pt x="0" y="0"/>
                </a:moveTo>
                <a:lnTo>
                  <a:pt x="21392" y="0"/>
                </a:lnTo>
                <a:lnTo>
                  <a:pt x="21392" y="4548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91920" y="5148720"/>
            <a:ext cx="1353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3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5" name=""/>
          <p:cNvPicPr/>
          <p:nvPr/>
        </p:nvPicPr>
        <p:blipFill>
          <a:blip r:embed="rId52"/>
          <a:stretch/>
        </p:blipFill>
        <p:spPr>
          <a:xfrm>
            <a:off x="2918520" y="5041080"/>
            <a:ext cx="731088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 txBox="1"/>
          <p:nvPr/>
        </p:nvSpPr>
        <p:spPr>
          <a:xfrm>
            <a:off x="2689920" y="50666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7" name=""/>
          <p:cNvPicPr/>
          <p:nvPr/>
        </p:nvPicPr>
        <p:blipFill>
          <a:blip r:embed="rId53"/>
          <a:stretch/>
        </p:blipFill>
        <p:spPr>
          <a:xfrm>
            <a:off x="2918520" y="5208840"/>
            <a:ext cx="435636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 txBox="1"/>
          <p:nvPr/>
        </p:nvSpPr>
        <p:spPr>
          <a:xfrm>
            <a:off x="2689920" y="52340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9" name=""/>
          <p:cNvPicPr/>
          <p:nvPr/>
        </p:nvPicPr>
        <p:blipFill>
          <a:blip r:embed="rId54"/>
          <a:stretch/>
        </p:blipFill>
        <p:spPr>
          <a:xfrm>
            <a:off x="2918520" y="5376240"/>
            <a:ext cx="72957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55"/>
          <a:stretch/>
        </p:blipFill>
        <p:spPr>
          <a:xfrm>
            <a:off x="2918520" y="5544000"/>
            <a:ext cx="884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56"/>
          <a:stretch/>
        </p:blipFill>
        <p:spPr>
          <a:xfrm>
            <a:off x="10325160" y="4530960"/>
            <a:ext cx="162288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"/>
          <p:cNvSpPr/>
          <p:nvPr/>
        </p:nvSpPr>
        <p:spPr>
          <a:xfrm>
            <a:off x="10372320" y="4577760"/>
            <a:ext cx="1533240" cy="1637280"/>
          </a:xfrm>
          <a:custGeom>
            <a:avLst/>
            <a:gdLst/>
            <a:ahLst/>
            <a:rect l="0" t="0" r="r" b="b"/>
            <a:pathLst>
              <a:path w="4259" h="4548">
                <a:moveTo>
                  <a:pt x="0" y="0"/>
                </a:moveTo>
                <a:lnTo>
                  <a:pt x="4259" y="0"/>
                </a:lnTo>
                <a:lnTo>
                  <a:pt x="4259" y="4548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"/>
          <p:cNvPicPr/>
          <p:nvPr/>
        </p:nvPicPr>
        <p:blipFill>
          <a:blip r:embed="rId57"/>
          <a:stretch/>
        </p:blipFill>
        <p:spPr>
          <a:xfrm>
            <a:off x="10527480" y="5798160"/>
            <a:ext cx="9187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58"/>
          <a:stretch/>
        </p:blipFill>
        <p:spPr>
          <a:xfrm>
            <a:off x="11363040" y="5798160"/>
            <a:ext cx="139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/>
          <p:cNvPicPr/>
          <p:nvPr/>
        </p:nvPicPr>
        <p:blipFill>
          <a:blip r:embed="rId59"/>
          <a:stretch/>
        </p:blipFill>
        <p:spPr>
          <a:xfrm>
            <a:off x="11469600" y="5798160"/>
            <a:ext cx="436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/>
          <p:cNvPicPr/>
          <p:nvPr/>
        </p:nvPicPr>
        <p:blipFill>
          <a:blip r:embed="rId60"/>
          <a:stretch/>
        </p:blipFill>
        <p:spPr>
          <a:xfrm>
            <a:off x="10906920" y="5965920"/>
            <a:ext cx="6062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61"/>
          <a:stretch/>
        </p:blipFill>
        <p:spPr>
          <a:xfrm>
            <a:off x="10756440" y="2964240"/>
            <a:ext cx="808920" cy="79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62"/>
          <a:stretch/>
        </p:blipFill>
        <p:spPr>
          <a:xfrm>
            <a:off x="10372320" y="4930200"/>
            <a:ext cx="142308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 txBox="1"/>
          <p:nvPr/>
        </p:nvSpPr>
        <p:spPr>
          <a:xfrm>
            <a:off x="2689920" y="54018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1" name=""/>
          <p:cNvPicPr/>
          <p:nvPr/>
        </p:nvPicPr>
        <p:blipFill>
          <a:blip r:embed="rId1"/>
          <a:stretch/>
        </p:blipFill>
        <p:spPr>
          <a:xfrm>
            <a:off x="11580480" y="6355800"/>
            <a:ext cx="24876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"/>
          <p:cNvPicPr/>
          <p:nvPr/>
        </p:nvPicPr>
        <p:blipFill>
          <a:blip r:embed="rId3"/>
          <a:stretch/>
        </p:blipFill>
        <p:spPr>
          <a:xfrm>
            <a:off x="283680" y="281520"/>
            <a:ext cx="419868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" name=""/>
          <p:cNvPicPr/>
          <p:nvPr/>
        </p:nvPicPr>
        <p:blipFill>
          <a:blip r:embed="rId4"/>
          <a:stretch/>
        </p:blipFill>
        <p:spPr>
          <a:xfrm>
            <a:off x="2180880" y="91908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"/>
          <p:cNvSpPr/>
          <p:nvPr/>
        </p:nvSpPr>
        <p:spPr>
          <a:xfrm>
            <a:off x="2221920" y="965880"/>
            <a:ext cx="229320" cy="1635840"/>
          </a:xfrm>
          <a:custGeom>
            <a:avLst/>
            <a:gdLst/>
            <a:ahLst/>
            <a:rect l="0" t="0" r="r" b="b"/>
            <a:pathLst>
              <a:path w="637" h="4544">
                <a:moveTo>
                  <a:pt x="0" y="0"/>
                </a:moveTo>
                <a:lnTo>
                  <a:pt x="637" y="2272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"/>
          <p:cNvPicPr/>
          <p:nvPr/>
        </p:nvPicPr>
        <p:blipFill>
          <a:blip r:embed="rId5"/>
          <a:stretch/>
        </p:blipFill>
        <p:spPr>
          <a:xfrm>
            <a:off x="239400" y="91908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288000" y="965880"/>
            <a:ext cx="1853280" cy="1635840"/>
          </a:xfrm>
          <a:custGeom>
            <a:avLst/>
            <a:gdLst/>
            <a:ahLst/>
            <a:rect l="0" t="0" r="r" b="b"/>
            <a:pathLst>
              <a:path w="5148" h="4544">
                <a:moveTo>
                  <a:pt x="0" y="0"/>
                </a:moveTo>
                <a:lnTo>
                  <a:pt x="5148" y="0"/>
                </a:lnTo>
                <a:lnTo>
                  <a:pt x="5148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9" name=""/>
          <p:cNvPicPr/>
          <p:nvPr/>
        </p:nvPicPr>
        <p:blipFill>
          <a:blip r:embed="rId6"/>
          <a:stretch/>
        </p:blipFill>
        <p:spPr>
          <a:xfrm>
            <a:off x="582120" y="1438920"/>
            <a:ext cx="932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"/>
          <p:cNvPicPr/>
          <p:nvPr/>
        </p:nvPicPr>
        <p:blipFill>
          <a:blip r:embed="rId7"/>
          <a:stretch/>
        </p:blipFill>
        <p:spPr>
          <a:xfrm>
            <a:off x="644760" y="1438920"/>
            <a:ext cx="13885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8"/>
          <a:stretch/>
        </p:blipFill>
        <p:spPr>
          <a:xfrm>
            <a:off x="478440" y="1602000"/>
            <a:ext cx="15753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/>
          <p:cNvPicPr/>
          <p:nvPr/>
        </p:nvPicPr>
        <p:blipFill>
          <a:blip r:embed="rId9"/>
          <a:stretch/>
        </p:blipFill>
        <p:spPr>
          <a:xfrm>
            <a:off x="565560" y="1763640"/>
            <a:ext cx="1396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/>
          <p:cNvPicPr/>
          <p:nvPr/>
        </p:nvPicPr>
        <p:blipFill>
          <a:blip r:embed="rId10"/>
          <a:stretch/>
        </p:blipFill>
        <p:spPr>
          <a:xfrm>
            <a:off x="762120" y="1926360"/>
            <a:ext cx="101664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/>
          <p:cNvPicPr/>
          <p:nvPr/>
        </p:nvPicPr>
        <p:blipFill>
          <a:blip r:embed="rId11"/>
          <a:stretch/>
        </p:blipFill>
        <p:spPr>
          <a:xfrm>
            <a:off x="2446200" y="919080"/>
            <a:ext cx="78512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"/>
          <p:cNvSpPr/>
          <p:nvPr/>
        </p:nvSpPr>
        <p:spPr>
          <a:xfrm>
            <a:off x="2523600" y="965880"/>
            <a:ext cx="7701120" cy="1635840"/>
          </a:xfrm>
          <a:custGeom>
            <a:avLst/>
            <a:gdLst/>
            <a:ahLst/>
            <a:rect l="0" t="0" r="r" b="b"/>
            <a:pathLst>
              <a:path w="21392" h="4544">
                <a:moveTo>
                  <a:pt x="0" y="0"/>
                </a:moveTo>
                <a:lnTo>
                  <a:pt x="21392" y="0"/>
                </a:lnTo>
                <a:lnTo>
                  <a:pt x="21392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95360" y="1453320"/>
            <a:ext cx="1353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4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7" name=""/>
          <p:cNvPicPr/>
          <p:nvPr/>
        </p:nvPicPr>
        <p:blipFill>
          <a:blip r:embed="rId12"/>
          <a:stretch/>
        </p:blipFill>
        <p:spPr>
          <a:xfrm>
            <a:off x="2918520" y="1427400"/>
            <a:ext cx="203148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"/>
          <p:cNvSpPr txBox="1"/>
          <p:nvPr/>
        </p:nvSpPr>
        <p:spPr>
          <a:xfrm>
            <a:off x="2689920" y="14526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" name=""/>
          <p:cNvPicPr/>
          <p:nvPr/>
        </p:nvPicPr>
        <p:blipFill>
          <a:blip r:embed="rId13"/>
          <a:stretch/>
        </p:blipFill>
        <p:spPr>
          <a:xfrm>
            <a:off x="2918520" y="1595160"/>
            <a:ext cx="564984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 txBox="1"/>
          <p:nvPr/>
        </p:nvSpPr>
        <p:spPr>
          <a:xfrm>
            <a:off x="2689920" y="16203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" name=""/>
          <p:cNvPicPr/>
          <p:nvPr/>
        </p:nvPicPr>
        <p:blipFill>
          <a:blip r:embed="rId14"/>
          <a:stretch/>
        </p:blipFill>
        <p:spPr>
          <a:xfrm>
            <a:off x="2918520" y="1762200"/>
            <a:ext cx="32731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"/>
          <p:cNvSpPr txBox="1"/>
          <p:nvPr/>
        </p:nvSpPr>
        <p:spPr>
          <a:xfrm>
            <a:off x="2689920" y="178776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"/>
          <p:cNvPicPr/>
          <p:nvPr/>
        </p:nvPicPr>
        <p:blipFill>
          <a:blip r:embed="rId15"/>
          <a:stretch/>
        </p:blipFill>
        <p:spPr>
          <a:xfrm>
            <a:off x="2918520" y="1930680"/>
            <a:ext cx="4021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"/>
          <p:cNvPicPr/>
          <p:nvPr/>
        </p:nvPicPr>
        <p:blipFill>
          <a:blip r:embed="rId16"/>
          <a:stretch/>
        </p:blipFill>
        <p:spPr>
          <a:xfrm>
            <a:off x="10325160" y="91908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"/>
          <p:cNvSpPr/>
          <p:nvPr/>
        </p:nvSpPr>
        <p:spPr>
          <a:xfrm>
            <a:off x="10372320" y="965880"/>
            <a:ext cx="1533240" cy="1635840"/>
          </a:xfrm>
          <a:custGeom>
            <a:avLst/>
            <a:gdLst/>
            <a:ahLst/>
            <a:rect l="0" t="0" r="r" b="b"/>
            <a:pathLst>
              <a:path w="4259" h="4544">
                <a:moveTo>
                  <a:pt x="0" y="0"/>
                </a:moveTo>
                <a:lnTo>
                  <a:pt x="4259" y="0"/>
                </a:lnTo>
                <a:lnTo>
                  <a:pt x="4259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"/>
          <p:cNvPicPr/>
          <p:nvPr/>
        </p:nvPicPr>
        <p:blipFill>
          <a:blip r:embed="rId17"/>
          <a:stretch/>
        </p:blipFill>
        <p:spPr>
          <a:xfrm>
            <a:off x="10527480" y="2184480"/>
            <a:ext cx="9187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"/>
          <p:cNvPicPr/>
          <p:nvPr/>
        </p:nvPicPr>
        <p:blipFill>
          <a:blip r:embed="rId18"/>
          <a:stretch/>
        </p:blipFill>
        <p:spPr>
          <a:xfrm>
            <a:off x="11363040" y="2184480"/>
            <a:ext cx="139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"/>
          <p:cNvPicPr/>
          <p:nvPr/>
        </p:nvPicPr>
        <p:blipFill>
          <a:blip r:embed="rId19"/>
          <a:stretch/>
        </p:blipFill>
        <p:spPr>
          <a:xfrm>
            <a:off x="11469600" y="2184480"/>
            <a:ext cx="436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20"/>
          <a:stretch/>
        </p:blipFill>
        <p:spPr>
          <a:xfrm>
            <a:off x="10906920" y="2352240"/>
            <a:ext cx="6062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"/>
          <p:cNvPicPr/>
          <p:nvPr/>
        </p:nvPicPr>
        <p:blipFill>
          <a:blip r:embed="rId21"/>
          <a:stretch/>
        </p:blipFill>
        <p:spPr>
          <a:xfrm>
            <a:off x="10372320" y="1316880"/>
            <a:ext cx="1423080" cy="58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"/>
          <p:cNvPicPr/>
          <p:nvPr/>
        </p:nvPicPr>
        <p:blipFill>
          <a:blip r:embed="rId22"/>
          <a:stretch/>
        </p:blipFill>
        <p:spPr>
          <a:xfrm>
            <a:off x="2189880" y="272808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/>
          <p:nvPr/>
        </p:nvSpPr>
        <p:spPr>
          <a:xfrm>
            <a:off x="2230920" y="2774880"/>
            <a:ext cx="229320" cy="1635840"/>
          </a:xfrm>
          <a:custGeom>
            <a:avLst/>
            <a:gdLst/>
            <a:ahLst/>
            <a:rect l="0" t="0" r="r" b="b"/>
            <a:pathLst>
              <a:path w="637" h="4544">
                <a:moveTo>
                  <a:pt x="0" y="0"/>
                </a:moveTo>
                <a:lnTo>
                  <a:pt x="637" y="2272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3" name=""/>
          <p:cNvPicPr/>
          <p:nvPr/>
        </p:nvPicPr>
        <p:blipFill>
          <a:blip r:embed="rId23"/>
          <a:stretch/>
        </p:blipFill>
        <p:spPr>
          <a:xfrm>
            <a:off x="248400" y="272808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/>
          <p:nvPr/>
        </p:nvSpPr>
        <p:spPr>
          <a:xfrm>
            <a:off x="297000" y="2774880"/>
            <a:ext cx="1853640" cy="1635840"/>
          </a:xfrm>
          <a:custGeom>
            <a:avLst/>
            <a:gdLst/>
            <a:ahLst/>
            <a:rect l="0" t="0" r="r" b="b"/>
            <a:pathLst>
              <a:path w="5149" h="4544">
                <a:moveTo>
                  <a:pt x="0" y="0"/>
                </a:moveTo>
                <a:lnTo>
                  <a:pt x="5149" y="0"/>
                </a:lnTo>
                <a:lnTo>
                  <a:pt x="5149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689920" y="1955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"/>
          <p:cNvPicPr/>
          <p:nvPr/>
        </p:nvPicPr>
        <p:blipFill>
          <a:blip r:embed="rId24"/>
          <a:stretch/>
        </p:blipFill>
        <p:spPr>
          <a:xfrm>
            <a:off x="577800" y="3249000"/>
            <a:ext cx="932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 txBox="1"/>
          <p:nvPr/>
        </p:nvSpPr>
        <p:spPr>
          <a:xfrm>
            <a:off x="491040" y="3263760"/>
            <a:ext cx="15019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5 Elaboration et mise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08840" y="3429720"/>
            <a:ext cx="10800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en œuvre de la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47560" y="3592800"/>
            <a:ext cx="14058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stratégie digitale de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"/>
          <p:cNvPicPr/>
          <p:nvPr/>
        </p:nvPicPr>
        <p:blipFill>
          <a:blip r:embed="rId25"/>
          <a:stretch/>
        </p:blipFill>
        <p:spPr>
          <a:xfrm>
            <a:off x="2456640" y="272808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2534400" y="2774880"/>
            <a:ext cx="7699320" cy="1635840"/>
          </a:xfrm>
          <a:custGeom>
            <a:avLst/>
            <a:gdLst/>
            <a:ahLst/>
            <a:rect l="0" t="0" r="r" b="b"/>
            <a:pathLst>
              <a:path w="21387" h="4544">
                <a:moveTo>
                  <a:pt x="0" y="0"/>
                </a:moveTo>
                <a:lnTo>
                  <a:pt x="21387" y="0"/>
                </a:lnTo>
                <a:lnTo>
                  <a:pt x="21387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74360" y="3754440"/>
            <a:ext cx="9039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NSIA Banque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" name=""/>
          <p:cNvPicPr/>
          <p:nvPr/>
        </p:nvPicPr>
        <p:blipFill>
          <a:blip r:embed="rId26"/>
          <a:stretch/>
        </p:blipFill>
        <p:spPr>
          <a:xfrm>
            <a:off x="2927880" y="2840040"/>
            <a:ext cx="67939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"/>
          <p:cNvPicPr/>
          <p:nvPr/>
        </p:nvPicPr>
        <p:blipFill>
          <a:blip r:embed="rId27"/>
          <a:stretch/>
        </p:blipFill>
        <p:spPr>
          <a:xfrm>
            <a:off x="2927880" y="3003120"/>
            <a:ext cx="28350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/>
          <p:cNvSpPr txBox="1"/>
          <p:nvPr/>
        </p:nvSpPr>
        <p:spPr>
          <a:xfrm>
            <a:off x="2699280" y="28609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6" name=""/>
          <p:cNvPicPr/>
          <p:nvPr/>
        </p:nvPicPr>
        <p:blipFill>
          <a:blip r:embed="rId28"/>
          <a:stretch/>
        </p:blipFill>
        <p:spPr>
          <a:xfrm>
            <a:off x="2927880" y="3164760"/>
            <a:ext cx="23684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"/>
          <p:cNvSpPr txBox="1"/>
          <p:nvPr/>
        </p:nvSpPr>
        <p:spPr>
          <a:xfrm>
            <a:off x="2699280" y="31856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" name=""/>
          <p:cNvPicPr/>
          <p:nvPr/>
        </p:nvPicPr>
        <p:blipFill>
          <a:blip r:embed="rId29"/>
          <a:stretch/>
        </p:blipFill>
        <p:spPr>
          <a:xfrm>
            <a:off x="2927880" y="3327840"/>
            <a:ext cx="70452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"/>
          <p:cNvPicPr/>
          <p:nvPr/>
        </p:nvPicPr>
        <p:blipFill>
          <a:blip r:embed="rId30"/>
          <a:stretch/>
        </p:blipFill>
        <p:spPr>
          <a:xfrm>
            <a:off x="2927880" y="3490920"/>
            <a:ext cx="63270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"/>
          <p:cNvSpPr txBox="1"/>
          <p:nvPr/>
        </p:nvSpPr>
        <p:spPr>
          <a:xfrm>
            <a:off x="2699280" y="33487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"/>
          <p:cNvPicPr/>
          <p:nvPr/>
        </p:nvPicPr>
        <p:blipFill>
          <a:blip r:embed="rId31"/>
          <a:stretch/>
        </p:blipFill>
        <p:spPr>
          <a:xfrm>
            <a:off x="2927880" y="3652560"/>
            <a:ext cx="48564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"/>
          <p:cNvSpPr txBox="1"/>
          <p:nvPr/>
        </p:nvSpPr>
        <p:spPr>
          <a:xfrm>
            <a:off x="2699280" y="36730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3" name=""/>
          <p:cNvPicPr/>
          <p:nvPr/>
        </p:nvPicPr>
        <p:blipFill>
          <a:blip r:embed="rId32"/>
          <a:stretch/>
        </p:blipFill>
        <p:spPr>
          <a:xfrm>
            <a:off x="2927880" y="3815640"/>
            <a:ext cx="73566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"/>
          <p:cNvPicPr/>
          <p:nvPr/>
        </p:nvPicPr>
        <p:blipFill>
          <a:blip r:embed="rId33"/>
          <a:stretch/>
        </p:blipFill>
        <p:spPr>
          <a:xfrm>
            <a:off x="2927880" y="3978360"/>
            <a:ext cx="404424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"/>
          <p:cNvPicPr/>
          <p:nvPr/>
        </p:nvPicPr>
        <p:blipFill>
          <a:blip r:embed="rId34"/>
          <a:stretch/>
        </p:blipFill>
        <p:spPr>
          <a:xfrm>
            <a:off x="10334160" y="272808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"/>
          <p:cNvSpPr/>
          <p:nvPr/>
        </p:nvSpPr>
        <p:spPr>
          <a:xfrm>
            <a:off x="10381320" y="2774880"/>
            <a:ext cx="1533600" cy="1635840"/>
          </a:xfrm>
          <a:custGeom>
            <a:avLst/>
            <a:gdLst/>
            <a:ahLst/>
            <a:rect l="0" t="0" r="r" b="b"/>
            <a:pathLst>
              <a:path w="4260" h="4544">
                <a:moveTo>
                  <a:pt x="0" y="0"/>
                </a:moveTo>
                <a:lnTo>
                  <a:pt x="4260" y="0"/>
                </a:lnTo>
                <a:lnTo>
                  <a:pt x="4260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" name=""/>
          <p:cNvPicPr/>
          <p:nvPr/>
        </p:nvPicPr>
        <p:blipFill>
          <a:blip r:embed="rId35"/>
          <a:stretch/>
        </p:blipFill>
        <p:spPr>
          <a:xfrm>
            <a:off x="10537200" y="3994560"/>
            <a:ext cx="9183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"/>
          <p:cNvPicPr/>
          <p:nvPr/>
        </p:nvPicPr>
        <p:blipFill>
          <a:blip r:embed="rId36"/>
          <a:stretch/>
        </p:blipFill>
        <p:spPr>
          <a:xfrm>
            <a:off x="11372400" y="3994560"/>
            <a:ext cx="139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"/>
          <p:cNvPicPr/>
          <p:nvPr/>
        </p:nvPicPr>
        <p:blipFill>
          <a:blip r:embed="rId37"/>
          <a:stretch/>
        </p:blipFill>
        <p:spPr>
          <a:xfrm>
            <a:off x="11478960" y="3994560"/>
            <a:ext cx="436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"/>
          <p:cNvPicPr/>
          <p:nvPr/>
        </p:nvPicPr>
        <p:blipFill>
          <a:blip r:embed="rId38"/>
          <a:stretch/>
        </p:blipFill>
        <p:spPr>
          <a:xfrm>
            <a:off x="10916640" y="4162320"/>
            <a:ext cx="605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"/>
          <p:cNvPicPr/>
          <p:nvPr/>
        </p:nvPicPr>
        <p:blipFill>
          <a:blip r:embed="rId39"/>
          <a:stretch/>
        </p:blipFill>
        <p:spPr>
          <a:xfrm>
            <a:off x="10381320" y="3125880"/>
            <a:ext cx="1423080" cy="5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"/>
          <p:cNvPicPr/>
          <p:nvPr/>
        </p:nvPicPr>
        <p:blipFill>
          <a:blip r:embed="rId40"/>
          <a:stretch/>
        </p:blipFill>
        <p:spPr>
          <a:xfrm>
            <a:off x="2188440" y="456732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"/>
          <p:cNvSpPr/>
          <p:nvPr/>
        </p:nvSpPr>
        <p:spPr>
          <a:xfrm>
            <a:off x="2229480" y="4614480"/>
            <a:ext cx="230400" cy="1635480"/>
          </a:xfrm>
          <a:custGeom>
            <a:avLst/>
            <a:gdLst/>
            <a:ahLst/>
            <a:rect l="0" t="0" r="r" b="b"/>
            <a:pathLst>
              <a:path w="640" h="4543">
                <a:moveTo>
                  <a:pt x="0" y="0"/>
                </a:moveTo>
                <a:lnTo>
                  <a:pt x="640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4" name=""/>
          <p:cNvPicPr/>
          <p:nvPr/>
        </p:nvPicPr>
        <p:blipFill>
          <a:blip r:embed="rId41"/>
          <a:stretch/>
        </p:blipFill>
        <p:spPr>
          <a:xfrm>
            <a:off x="248400" y="456732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/>
          <p:nvPr/>
        </p:nvSpPr>
        <p:spPr>
          <a:xfrm>
            <a:off x="297000" y="4614480"/>
            <a:ext cx="1853640" cy="1635480"/>
          </a:xfrm>
          <a:custGeom>
            <a:avLst/>
            <a:gdLst/>
            <a:ahLst/>
            <a:rect l="0" t="0" r="r" b="b"/>
            <a:pathLst>
              <a:path w="5149" h="4543">
                <a:moveTo>
                  <a:pt x="0" y="0"/>
                </a:moveTo>
                <a:lnTo>
                  <a:pt x="5149" y="0"/>
                </a:lnTo>
                <a:lnTo>
                  <a:pt x="514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699280" y="38361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39720" y="5024520"/>
            <a:ext cx="12189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6. Elaboration du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15240" y="5187600"/>
            <a:ext cx="12686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Schéma Directeur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92560" y="5350680"/>
            <a:ext cx="13136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Informatique de la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0" name=""/>
          <p:cNvPicPr/>
          <p:nvPr/>
        </p:nvPicPr>
        <p:blipFill>
          <a:blip r:embed="rId42"/>
          <a:stretch/>
        </p:blipFill>
        <p:spPr>
          <a:xfrm>
            <a:off x="2455200" y="456732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"/>
          <p:cNvSpPr/>
          <p:nvPr/>
        </p:nvSpPr>
        <p:spPr>
          <a:xfrm>
            <a:off x="2532600" y="4614480"/>
            <a:ext cx="7699680" cy="1635480"/>
          </a:xfrm>
          <a:custGeom>
            <a:avLst/>
            <a:gdLst/>
            <a:ahLst/>
            <a:rect l="0" t="0" r="r" b="b"/>
            <a:pathLst>
              <a:path w="21388" h="4543">
                <a:moveTo>
                  <a:pt x="0" y="0"/>
                </a:moveTo>
                <a:lnTo>
                  <a:pt x="21388" y="0"/>
                </a:lnTo>
                <a:lnTo>
                  <a:pt x="2138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29960" y="5510880"/>
            <a:ext cx="3859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CRRH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"/>
          <p:cNvPicPr/>
          <p:nvPr/>
        </p:nvPicPr>
        <p:blipFill>
          <a:blip r:embed="rId43"/>
          <a:stretch/>
        </p:blipFill>
        <p:spPr>
          <a:xfrm>
            <a:off x="2927520" y="5169240"/>
            <a:ext cx="144288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"/>
          <p:cNvSpPr txBox="1"/>
          <p:nvPr/>
        </p:nvSpPr>
        <p:spPr>
          <a:xfrm>
            <a:off x="2698920" y="518976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5" name=""/>
          <p:cNvPicPr/>
          <p:nvPr/>
        </p:nvPicPr>
        <p:blipFill>
          <a:blip r:embed="rId44"/>
          <a:stretch/>
        </p:blipFill>
        <p:spPr>
          <a:xfrm>
            <a:off x="2927520" y="5332680"/>
            <a:ext cx="16178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"/>
          <p:cNvSpPr txBox="1"/>
          <p:nvPr/>
        </p:nvSpPr>
        <p:spPr>
          <a:xfrm>
            <a:off x="2698920" y="53535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7" name=""/>
          <p:cNvPicPr/>
          <p:nvPr/>
        </p:nvPicPr>
        <p:blipFill>
          <a:blip r:embed="rId45"/>
          <a:stretch/>
        </p:blipFill>
        <p:spPr>
          <a:xfrm>
            <a:off x="2927520" y="5494320"/>
            <a:ext cx="13197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"/>
          <p:cNvPicPr/>
          <p:nvPr/>
        </p:nvPicPr>
        <p:blipFill>
          <a:blip r:embed="rId46"/>
          <a:stretch/>
        </p:blipFill>
        <p:spPr>
          <a:xfrm>
            <a:off x="10334160" y="456732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"/>
          <p:cNvSpPr/>
          <p:nvPr/>
        </p:nvSpPr>
        <p:spPr>
          <a:xfrm>
            <a:off x="10381320" y="4614480"/>
            <a:ext cx="1533600" cy="1635480"/>
          </a:xfrm>
          <a:custGeom>
            <a:avLst/>
            <a:gdLst/>
            <a:ahLst/>
            <a:rect l="0" t="0" r="r" b="b"/>
            <a:pathLst>
              <a:path w="4260" h="4543">
                <a:moveTo>
                  <a:pt x="0" y="0"/>
                </a:moveTo>
                <a:lnTo>
                  <a:pt x="4260" y="0"/>
                </a:lnTo>
                <a:lnTo>
                  <a:pt x="4260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"/>
          <p:cNvPicPr/>
          <p:nvPr/>
        </p:nvPicPr>
        <p:blipFill>
          <a:blip r:embed="rId47"/>
          <a:stretch/>
        </p:blipFill>
        <p:spPr>
          <a:xfrm>
            <a:off x="10724040" y="6001200"/>
            <a:ext cx="544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"/>
          <p:cNvPicPr/>
          <p:nvPr/>
        </p:nvPicPr>
        <p:blipFill>
          <a:blip r:embed="rId48"/>
          <a:stretch/>
        </p:blipFill>
        <p:spPr>
          <a:xfrm>
            <a:off x="11178360" y="600120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"/>
          <p:cNvPicPr/>
          <p:nvPr/>
        </p:nvPicPr>
        <p:blipFill>
          <a:blip r:embed="rId49"/>
          <a:stretch/>
        </p:blipFill>
        <p:spPr>
          <a:xfrm>
            <a:off x="11268360" y="6001200"/>
            <a:ext cx="4417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/>
          <p:cNvPicPr/>
          <p:nvPr/>
        </p:nvPicPr>
        <p:blipFill>
          <a:blip r:embed="rId50"/>
          <a:stretch/>
        </p:blipFill>
        <p:spPr>
          <a:xfrm>
            <a:off x="10421280" y="4887360"/>
            <a:ext cx="1391040" cy="10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"/>
          <p:cNvSpPr txBox="1"/>
          <p:nvPr/>
        </p:nvSpPr>
        <p:spPr>
          <a:xfrm>
            <a:off x="2698920" y="5515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11579040" y="6355800"/>
            <a:ext cx="2512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"/>
          <p:cNvPicPr/>
          <p:nvPr/>
        </p:nvPicPr>
        <p:blipFill>
          <a:blip r:embed="rId3"/>
          <a:stretch/>
        </p:blipFill>
        <p:spPr>
          <a:xfrm>
            <a:off x="283680" y="281520"/>
            <a:ext cx="419868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0" name=""/>
          <p:cNvPicPr/>
          <p:nvPr/>
        </p:nvPicPr>
        <p:blipFill>
          <a:blip r:embed="rId4"/>
          <a:stretch/>
        </p:blipFill>
        <p:spPr>
          <a:xfrm>
            <a:off x="2188440" y="94788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"/>
          <p:cNvSpPr/>
          <p:nvPr/>
        </p:nvSpPr>
        <p:spPr>
          <a:xfrm>
            <a:off x="2229480" y="995040"/>
            <a:ext cx="230400" cy="1635480"/>
          </a:xfrm>
          <a:custGeom>
            <a:avLst/>
            <a:gdLst/>
            <a:ahLst/>
            <a:rect l="0" t="0" r="r" b="b"/>
            <a:pathLst>
              <a:path w="640" h="4543">
                <a:moveTo>
                  <a:pt x="0" y="0"/>
                </a:moveTo>
                <a:lnTo>
                  <a:pt x="640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2" name=""/>
          <p:cNvPicPr/>
          <p:nvPr/>
        </p:nvPicPr>
        <p:blipFill>
          <a:blip r:embed="rId5"/>
          <a:stretch/>
        </p:blipFill>
        <p:spPr>
          <a:xfrm>
            <a:off x="248400" y="94788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"/>
          <p:cNvSpPr/>
          <p:nvPr/>
        </p:nvSpPr>
        <p:spPr>
          <a:xfrm>
            <a:off x="297000" y="995040"/>
            <a:ext cx="1853640" cy="1635480"/>
          </a:xfrm>
          <a:custGeom>
            <a:avLst/>
            <a:gdLst/>
            <a:ahLst/>
            <a:rect l="0" t="0" r="r" b="b"/>
            <a:pathLst>
              <a:path w="5149" h="4543">
                <a:moveTo>
                  <a:pt x="0" y="0"/>
                </a:moveTo>
                <a:lnTo>
                  <a:pt x="5149" y="0"/>
                </a:lnTo>
                <a:lnTo>
                  <a:pt x="514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60080" y="1486440"/>
            <a:ext cx="15782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7. Accompagnement à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76440" y="1649520"/>
            <a:ext cx="11476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l’urbanisation et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72760" y="1812600"/>
            <a:ext cx="13536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l’architecture du SI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7" name=""/>
          <p:cNvPicPr/>
          <p:nvPr/>
        </p:nvPicPr>
        <p:blipFill>
          <a:blip r:embed="rId6"/>
          <a:stretch/>
        </p:blipFill>
        <p:spPr>
          <a:xfrm>
            <a:off x="2455200" y="94788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"/>
          <p:cNvSpPr/>
          <p:nvPr/>
        </p:nvSpPr>
        <p:spPr>
          <a:xfrm>
            <a:off x="2532600" y="995040"/>
            <a:ext cx="7699680" cy="1635480"/>
          </a:xfrm>
          <a:custGeom>
            <a:avLst/>
            <a:gdLst/>
            <a:ahLst/>
            <a:rect l="0" t="0" r="r" b="b"/>
            <a:pathLst>
              <a:path w="21388" h="4543">
                <a:moveTo>
                  <a:pt x="0" y="0"/>
                </a:moveTo>
                <a:lnTo>
                  <a:pt x="21388" y="0"/>
                </a:lnTo>
                <a:lnTo>
                  <a:pt x="2138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974880" y="1972800"/>
            <a:ext cx="4971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Groupe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" name=""/>
          <p:cNvPicPr/>
          <p:nvPr/>
        </p:nvPicPr>
        <p:blipFill>
          <a:blip r:embed="rId7"/>
          <a:stretch/>
        </p:blipFill>
        <p:spPr>
          <a:xfrm>
            <a:off x="2927520" y="1062360"/>
            <a:ext cx="60825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"/>
          <p:cNvSpPr txBox="1"/>
          <p:nvPr/>
        </p:nvSpPr>
        <p:spPr>
          <a:xfrm>
            <a:off x="2698920" y="1082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2" name=""/>
          <p:cNvPicPr/>
          <p:nvPr/>
        </p:nvPicPr>
        <p:blipFill>
          <a:blip r:embed="rId8"/>
          <a:stretch/>
        </p:blipFill>
        <p:spPr>
          <a:xfrm>
            <a:off x="2927520" y="1225440"/>
            <a:ext cx="66520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"/>
          <p:cNvPicPr/>
          <p:nvPr/>
        </p:nvPicPr>
        <p:blipFill>
          <a:blip r:embed="rId9"/>
          <a:stretch/>
        </p:blipFill>
        <p:spPr>
          <a:xfrm>
            <a:off x="2927520" y="1386720"/>
            <a:ext cx="13489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"/>
          <p:cNvSpPr txBox="1"/>
          <p:nvPr/>
        </p:nvSpPr>
        <p:spPr>
          <a:xfrm>
            <a:off x="2698920" y="12459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5" name=""/>
          <p:cNvPicPr/>
          <p:nvPr/>
        </p:nvPicPr>
        <p:blipFill>
          <a:blip r:embed="rId10"/>
          <a:stretch/>
        </p:blipFill>
        <p:spPr>
          <a:xfrm>
            <a:off x="2927520" y="1549800"/>
            <a:ext cx="29365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"/>
          <p:cNvSpPr txBox="1"/>
          <p:nvPr/>
        </p:nvSpPr>
        <p:spPr>
          <a:xfrm>
            <a:off x="2698920" y="15706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7" name=""/>
          <p:cNvPicPr/>
          <p:nvPr/>
        </p:nvPicPr>
        <p:blipFill>
          <a:blip r:embed="rId11"/>
          <a:stretch/>
        </p:blipFill>
        <p:spPr>
          <a:xfrm>
            <a:off x="2927520" y="1712880"/>
            <a:ext cx="64724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"/>
          <p:cNvSpPr txBox="1"/>
          <p:nvPr/>
        </p:nvSpPr>
        <p:spPr>
          <a:xfrm>
            <a:off x="2698920" y="17337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9" name=""/>
          <p:cNvPicPr/>
          <p:nvPr/>
        </p:nvPicPr>
        <p:blipFill>
          <a:blip r:embed="rId12"/>
          <a:stretch/>
        </p:blipFill>
        <p:spPr>
          <a:xfrm>
            <a:off x="2927520" y="1874520"/>
            <a:ext cx="54086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"/>
          <p:cNvSpPr txBox="1"/>
          <p:nvPr/>
        </p:nvSpPr>
        <p:spPr>
          <a:xfrm>
            <a:off x="2698920" y="18954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1" name=""/>
          <p:cNvPicPr/>
          <p:nvPr/>
        </p:nvPicPr>
        <p:blipFill>
          <a:blip r:embed="rId13"/>
          <a:stretch/>
        </p:blipFill>
        <p:spPr>
          <a:xfrm>
            <a:off x="2927520" y="2037240"/>
            <a:ext cx="63284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"/>
          <p:cNvSpPr txBox="1"/>
          <p:nvPr/>
        </p:nvSpPr>
        <p:spPr>
          <a:xfrm>
            <a:off x="2698920" y="205812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3" name=""/>
          <p:cNvPicPr/>
          <p:nvPr/>
        </p:nvPicPr>
        <p:blipFill>
          <a:blip r:embed="rId14"/>
          <a:stretch/>
        </p:blipFill>
        <p:spPr>
          <a:xfrm>
            <a:off x="2927520" y="2201040"/>
            <a:ext cx="65707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"/>
          <p:cNvPicPr/>
          <p:nvPr/>
        </p:nvPicPr>
        <p:blipFill>
          <a:blip r:embed="rId15"/>
          <a:stretch/>
        </p:blipFill>
        <p:spPr>
          <a:xfrm>
            <a:off x="2927520" y="2364120"/>
            <a:ext cx="24620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"/>
          <p:cNvPicPr/>
          <p:nvPr/>
        </p:nvPicPr>
        <p:blipFill>
          <a:blip r:embed="rId16"/>
          <a:stretch/>
        </p:blipFill>
        <p:spPr>
          <a:xfrm>
            <a:off x="10334160" y="94788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"/>
          <p:cNvSpPr/>
          <p:nvPr/>
        </p:nvSpPr>
        <p:spPr>
          <a:xfrm>
            <a:off x="10381320" y="995040"/>
            <a:ext cx="1533600" cy="1635480"/>
          </a:xfrm>
          <a:custGeom>
            <a:avLst/>
            <a:gdLst/>
            <a:ahLst/>
            <a:rect l="0" t="0" r="r" b="b"/>
            <a:pathLst>
              <a:path w="4260" h="4543">
                <a:moveTo>
                  <a:pt x="0" y="0"/>
                </a:moveTo>
                <a:lnTo>
                  <a:pt x="4260" y="0"/>
                </a:lnTo>
                <a:lnTo>
                  <a:pt x="4260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7" name=""/>
          <p:cNvPicPr/>
          <p:nvPr/>
        </p:nvPicPr>
        <p:blipFill>
          <a:blip r:embed="rId17"/>
          <a:stretch/>
        </p:blipFill>
        <p:spPr>
          <a:xfrm>
            <a:off x="10679760" y="2235600"/>
            <a:ext cx="10735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"/>
          <p:cNvPicPr/>
          <p:nvPr/>
        </p:nvPicPr>
        <p:blipFill>
          <a:blip r:embed="rId18"/>
          <a:stretch/>
        </p:blipFill>
        <p:spPr>
          <a:xfrm>
            <a:off x="10482120" y="1126080"/>
            <a:ext cx="1281240" cy="90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"/>
          <p:cNvPicPr/>
          <p:nvPr/>
        </p:nvPicPr>
        <p:blipFill>
          <a:blip r:embed="rId19"/>
          <a:stretch/>
        </p:blipFill>
        <p:spPr>
          <a:xfrm>
            <a:off x="2197440" y="272628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"/>
          <p:cNvSpPr/>
          <p:nvPr/>
        </p:nvSpPr>
        <p:spPr>
          <a:xfrm>
            <a:off x="2238480" y="2773440"/>
            <a:ext cx="230400" cy="1635840"/>
          </a:xfrm>
          <a:custGeom>
            <a:avLst/>
            <a:gdLst/>
            <a:ahLst/>
            <a:rect l="0" t="0" r="r" b="b"/>
            <a:pathLst>
              <a:path w="640" h="4544">
                <a:moveTo>
                  <a:pt x="0" y="0"/>
                </a:moveTo>
                <a:lnTo>
                  <a:pt x="640" y="2271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"/>
          <p:cNvPicPr/>
          <p:nvPr/>
        </p:nvPicPr>
        <p:blipFill>
          <a:blip r:embed="rId20"/>
          <a:stretch/>
        </p:blipFill>
        <p:spPr>
          <a:xfrm>
            <a:off x="257400" y="272628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"/>
          <p:cNvSpPr/>
          <p:nvPr/>
        </p:nvSpPr>
        <p:spPr>
          <a:xfrm>
            <a:off x="306000" y="2773440"/>
            <a:ext cx="1853640" cy="1635840"/>
          </a:xfrm>
          <a:custGeom>
            <a:avLst/>
            <a:gdLst/>
            <a:ahLst/>
            <a:rect l="0" t="0" r="r" b="b"/>
            <a:pathLst>
              <a:path w="5149" h="4544">
                <a:moveTo>
                  <a:pt x="0" y="0"/>
                </a:moveTo>
                <a:lnTo>
                  <a:pt x="5149" y="0"/>
                </a:lnTo>
                <a:lnTo>
                  <a:pt x="5149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2698920" y="22215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32800" y="3021120"/>
            <a:ext cx="14490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8. Accompagnement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04000" y="3184200"/>
            <a:ext cx="15102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pour la mise en place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58520" y="3347280"/>
            <a:ext cx="9979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de la nouvelle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24600" y="3508920"/>
            <a:ext cx="12679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organisation de la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00120" y="3672000"/>
            <a:ext cx="13150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fonction SI pour le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53400" y="3835080"/>
            <a:ext cx="12056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compte de SUNU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0" name=""/>
          <p:cNvPicPr/>
          <p:nvPr/>
        </p:nvPicPr>
        <p:blipFill>
          <a:blip r:embed="rId21"/>
          <a:stretch/>
        </p:blipFill>
        <p:spPr>
          <a:xfrm>
            <a:off x="2464200" y="272628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"/>
          <p:cNvSpPr/>
          <p:nvPr/>
        </p:nvSpPr>
        <p:spPr>
          <a:xfrm>
            <a:off x="2541960" y="2773440"/>
            <a:ext cx="7699320" cy="1635840"/>
          </a:xfrm>
          <a:custGeom>
            <a:avLst/>
            <a:gdLst/>
            <a:ahLst/>
            <a:rect l="0" t="0" r="r" b="b"/>
            <a:pathLst>
              <a:path w="21387" h="4544">
                <a:moveTo>
                  <a:pt x="0" y="0"/>
                </a:moveTo>
                <a:lnTo>
                  <a:pt x="21387" y="0"/>
                </a:lnTo>
                <a:lnTo>
                  <a:pt x="21387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85240" y="3997800"/>
            <a:ext cx="6973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Assurance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3" name=""/>
          <p:cNvPicPr/>
          <p:nvPr/>
        </p:nvPicPr>
        <p:blipFill>
          <a:blip r:embed="rId22"/>
          <a:stretch/>
        </p:blipFill>
        <p:spPr>
          <a:xfrm>
            <a:off x="2936520" y="3247560"/>
            <a:ext cx="19713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 txBox="1"/>
          <p:nvPr/>
        </p:nvSpPr>
        <p:spPr>
          <a:xfrm>
            <a:off x="2707920" y="32680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5" name=""/>
          <p:cNvPicPr/>
          <p:nvPr/>
        </p:nvPicPr>
        <p:blipFill>
          <a:blip r:embed="rId23"/>
          <a:stretch/>
        </p:blipFill>
        <p:spPr>
          <a:xfrm>
            <a:off x="2936520" y="3410280"/>
            <a:ext cx="55134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"/>
          <p:cNvSpPr txBox="1"/>
          <p:nvPr/>
        </p:nvSpPr>
        <p:spPr>
          <a:xfrm>
            <a:off x="2707920" y="34311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7" name=""/>
          <p:cNvPicPr/>
          <p:nvPr/>
        </p:nvPicPr>
        <p:blipFill>
          <a:blip r:embed="rId24"/>
          <a:stretch/>
        </p:blipFill>
        <p:spPr>
          <a:xfrm>
            <a:off x="2936520" y="3571560"/>
            <a:ext cx="31532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"/>
          <p:cNvSpPr txBox="1"/>
          <p:nvPr/>
        </p:nvSpPr>
        <p:spPr>
          <a:xfrm>
            <a:off x="2707920" y="359244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9" name=""/>
          <p:cNvPicPr/>
          <p:nvPr/>
        </p:nvPicPr>
        <p:blipFill>
          <a:blip r:embed="rId25"/>
          <a:stretch/>
        </p:blipFill>
        <p:spPr>
          <a:xfrm>
            <a:off x="2936520" y="3735360"/>
            <a:ext cx="38952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"/>
          <p:cNvPicPr/>
          <p:nvPr/>
        </p:nvPicPr>
        <p:blipFill>
          <a:blip r:embed="rId26"/>
          <a:stretch/>
        </p:blipFill>
        <p:spPr>
          <a:xfrm>
            <a:off x="10343520" y="272628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"/>
          <p:cNvSpPr/>
          <p:nvPr/>
        </p:nvSpPr>
        <p:spPr>
          <a:xfrm>
            <a:off x="10390320" y="2773440"/>
            <a:ext cx="1533600" cy="1635840"/>
          </a:xfrm>
          <a:custGeom>
            <a:avLst/>
            <a:gdLst/>
            <a:ahLst/>
            <a:rect l="0" t="0" r="r" b="b"/>
            <a:pathLst>
              <a:path w="4260" h="4544">
                <a:moveTo>
                  <a:pt x="0" y="0"/>
                </a:moveTo>
                <a:lnTo>
                  <a:pt x="4260" y="0"/>
                </a:lnTo>
                <a:lnTo>
                  <a:pt x="4260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2" name=""/>
          <p:cNvPicPr/>
          <p:nvPr/>
        </p:nvPicPr>
        <p:blipFill>
          <a:blip r:embed="rId27"/>
          <a:stretch/>
        </p:blipFill>
        <p:spPr>
          <a:xfrm>
            <a:off x="10688760" y="4160160"/>
            <a:ext cx="1073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"/>
          <p:cNvPicPr/>
          <p:nvPr/>
        </p:nvPicPr>
        <p:blipFill>
          <a:blip r:embed="rId28"/>
          <a:stretch/>
        </p:blipFill>
        <p:spPr>
          <a:xfrm>
            <a:off x="2197440" y="456444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"/>
          <p:cNvSpPr/>
          <p:nvPr/>
        </p:nvSpPr>
        <p:spPr>
          <a:xfrm>
            <a:off x="2238480" y="4611600"/>
            <a:ext cx="230400" cy="1635480"/>
          </a:xfrm>
          <a:custGeom>
            <a:avLst/>
            <a:gdLst/>
            <a:ahLst/>
            <a:rect l="0" t="0" r="r" b="b"/>
            <a:pathLst>
              <a:path w="640" h="4543">
                <a:moveTo>
                  <a:pt x="0" y="0"/>
                </a:moveTo>
                <a:lnTo>
                  <a:pt x="640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5" name=""/>
          <p:cNvPicPr/>
          <p:nvPr/>
        </p:nvPicPr>
        <p:blipFill>
          <a:blip r:embed="rId29"/>
          <a:stretch/>
        </p:blipFill>
        <p:spPr>
          <a:xfrm>
            <a:off x="257400" y="456444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"/>
          <p:cNvSpPr/>
          <p:nvPr/>
        </p:nvSpPr>
        <p:spPr>
          <a:xfrm>
            <a:off x="306000" y="4611600"/>
            <a:ext cx="1853640" cy="1635480"/>
          </a:xfrm>
          <a:custGeom>
            <a:avLst/>
            <a:gdLst/>
            <a:ahLst/>
            <a:rect l="0" t="0" r="r" b="b"/>
            <a:pathLst>
              <a:path w="5149" h="4543">
                <a:moveTo>
                  <a:pt x="0" y="0"/>
                </a:moveTo>
                <a:lnTo>
                  <a:pt x="5149" y="0"/>
                </a:lnTo>
                <a:lnTo>
                  <a:pt x="514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707920" y="37562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73400" y="5103360"/>
            <a:ext cx="15724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9. Mise en place d’une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05240" y="5266440"/>
            <a:ext cx="11034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API Gateway et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31960" y="5429160"/>
            <a:ext cx="8503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transfert de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1" name=""/>
          <p:cNvPicPr/>
          <p:nvPr/>
        </p:nvPicPr>
        <p:blipFill>
          <a:blip r:embed="rId30"/>
          <a:stretch/>
        </p:blipFill>
        <p:spPr>
          <a:xfrm>
            <a:off x="2464200" y="456444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"/>
          <p:cNvSpPr/>
          <p:nvPr/>
        </p:nvSpPr>
        <p:spPr>
          <a:xfrm>
            <a:off x="2541960" y="4611600"/>
            <a:ext cx="7699320" cy="1635480"/>
          </a:xfrm>
          <a:custGeom>
            <a:avLst/>
            <a:gdLst/>
            <a:ahLst/>
            <a:rect l="0" t="0" r="r" b="b"/>
            <a:pathLst>
              <a:path w="21387" h="4543">
                <a:moveTo>
                  <a:pt x="0" y="0"/>
                </a:moveTo>
                <a:lnTo>
                  <a:pt x="21387" y="0"/>
                </a:lnTo>
                <a:lnTo>
                  <a:pt x="21387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87680" y="5590440"/>
            <a:ext cx="8931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compétences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4" name=""/>
          <p:cNvPicPr/>
          <p:nvPr/>
        </p:nvPicPr>
        <p:blipFill>
          <a:blip r:embed="rId31"/>
          <a:stretch/>
        </p:blipFill>
        <p:spPr>
          <a:xfrm>
            <a:off x="2936520" y="5085720"/>
            <a:ext cx="42051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"/>
          <p:cNvSpPr txBox="1"/>
          <p:nvPr/>
        </p:nvSpPr>
        <p:spPr>
          <a:xfrm>
            <a:off x="2707920" y="51062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"/>
          <p:cNvPicPr/>
          <p:nvPr/>
        </p:nvPicPr>
        <p:blipFill>
          <a:blip r:embed="rId32"/>
          <a:stretch/>
        </p:blipFill>
        <p:spPr>
          <a:xfrm>
            <a:off x="2936520" y="5248800"/>
            <a:ext cx="21495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"/>
          <p:cNvSpPr txBox="1"/>
          <p:nvPr/>
        </p:nvSpPr>
        <p:spPr>
          <a:xfrm>
            <a:off x="2707920" y="52693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8" name=""/>
          <p:cNvPicPr/>
          <p:nvPr/>
        </p:nvPicPr>
        <p:blipFill>
          <a:blip r:embed="rId33"/>
          <a:stretch/>
        </p:blipFill>
        <p:spPr>
          <a:xfrm>
            <a:off x="2936520" y="5410080"/>
            <a:ext cx="25916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"/>
          <p:cNvSpPr txBox="1"/>
          <p:nvPr/>
        </p:nvSpPr>
        <p:spPr>
          <a:xfrm>
            <a:off x="2707920" y="54309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0" name=""/>
          <p:cNvPicPr/>
          <p:nvPr/>
        </p:nvPicPr>
        <p:blipFill>
          <a:blip r:embed="rId34"/>
          <a:stretch/>
        </p:blipFill>
        <p:spPr>
          <a:xfrm>
            <a:off x="2936520" y="5572800"/>
            <a:ext cx="407772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"/>
          <p:cNvPicPr/>
          <p:nvPr/>
        </p:nvPicPr>
        <p:blipFill>
          <a:blip r:embed="rId35"/>
          <a:stretch/>
        </p:blipFill>
        <p:spPr>
          <a:xfrm>
            <a:off x="10343520" y="456444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"/>
          <p:cNvSpPr/>
          <p:nvPr/>
        </p:nvSpPr>
        <p:spPr>
          <a:xfrm>
            <a:off x="10390320" y="4611600"/>
            <a:ext cx="1533600" cy="1635480"/>
          </a:xfrm>
          <a:custGeom>
            <a:avLst/>
            <a:gdLst/>
            <a:ahLst/>
            <a:rect l="0" t="0" r="r" b="b"/>
            <a:pathLst>
              <a:path w="4260" h="4543">
                <a:moveTo>
                  <a:pt x="0" y="0"/>
                </a:moveTo>
                <a:lnTo>
                  <a:pt x="4260" y="0"/>
                </a:lnTo>
                <a:lnTo>
                  <a:pt x="4260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3" name=""/>
          <p:cNvPicPr/>
          <p:nvPr/>
        </p:nvPicPr>
        <p:blipFill>
          <a:blip r:embed="rId36"/>
          <a:stretch/>
        </p:blipFill>
        <p:spPr>
          <a:xfrm>
            <a:off x="10688760" y="5998680"/>
            <a:ext cx="1073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"/>
          <p:cNvPicPr/>
          <p:nvPr/>
        </p:nvPicPr>
        <p:blipFill>
          <a:blip r:embed="rId37"/>
          <a:stretch/>
        </p:blipFill>
        <p:spPr>
          <a:xfrm>
            <a:off x="10482120" y="2993040"/>
            <a:ext cx="1281240" cy="90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"/>
          <p:cNvPicPr/>
          <p:nvPr/>
        </p:nvPicPr>
        <p:blipFill>
          <a:blip r:embed="rId38"/>
          <a:stretch/>
        </p:blipFill>
        <p:spPr>
          <a:xfrm>
            <a:off x="10482120" y="4724280"/>
            <a:ext cx="1281240" cy="90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"/>
          <p:cNvSpPr txBox="1"/>
          <p:nvPr/>
        </p:nvSpPr>
        <p:spPr>
          <a:xfrm>
            <a:off x="2707920" y="559368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8" name=""/>
          <p:cNvPicPr/>
          <p:nvPr/>
        </p:nvPicPr>
        <p:blipFill>
          <a:blip r:embed="rId1"/>
          <a:stretch/>
        </p:blipFill>
        <p:spPr>
          <a:xfrm>
            <a:off x="11571480" y="6355800"/>
            <a:ext cx="27396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"/>
          <p:cNvPicPr/>
          <p:nvPr/>
        </p:nvPicPr>
        <p:blipFill>
          <a:blip r:embed="rId3"/>
          <a:stretch/>
        </p:blipFill>
        <p:spPr>
          <a:xfrm>
            <a:off x="283680" y="281520"/>
            <a:ext cx="422712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2" name=""/>
          <p:cNvPicPr/>
          <p:nvPr/>
        </p:nvPicPr>
        <p:blipFill>
          <a:blip r:embed="rId4"/>
          <a:stretch/>
        </p:blipFill>
        <p:spPr>
          <a:xfrm>
            <a:off x="2208240" y="95544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"/>
          <p:cNvSpPr/>
          <p:nvPr/>
        </p:nvSpPr>
        <p:spPr>
          <a:xfrm>
            <a:off x="2249280" y="1002600"/>
            <a:ext cx="230400" cy="1635480"/>
          </a:xfrm>
          <a:custGeom>
            <a:avLst/>
            <a:gdLst/>
            <a:ahLst/>
            <a:rect l="0" t="0" r="r" b="b"/>
            <a:pathLst>
              <a:path w="640" h="4543">
                <a:moveTo>
                  <a:pt x="0" y="0"/>
                </a:moveTo>
                <a:lnTo>
                  <a:pt x="640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4" name=""/>
          <p:cNvPicPr/>
          <p:nvPr/>
        </p:nvPicPr>
        <p:blipFill>
          <a:blip r:embed="rId5"/>
          <a:stretch/>
        </p:blipFill>
        <p:spPr>
          <a:xfrm>
            <a:off x="268200" y="95544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"/>
          <p:cNvSpPr/>
          <p:nvPr/>
        </p:nvSpPr>
        <p:spPr>
          <a:xfrm>
            <a:off x="316800" y="1002600"/>
            <a:ext cx="1853640" cy="1635480"/>
          </a:xfrm>
          <a:custGeom>
            <a:avLst/>
            <a:gdLst/>
            <a:ahLst/>
            <a:rect l="0" t="0" r="r" b="b"/>
            <a:pathLst>
              <a:path w="5149" h="4543">
                <a:moveTo>
                  <a:pt x="0" y="0"/>
                </a:moveTo>
                <a:lnTo>
                  <a:pt x="5149" y="0"/>
                </a:lnTo>
                <a:lnTo>
                  <a:pt x="514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6" name=""/>
          <p:cNvPicPr/>
          <p:nvPr/>
        </p:nvPicPr>
        <p:blipFill>
          <a:blip r:embed="rId6"/>
          <a:stretch/>
        </p:blipFill>
        <p:spPr>
          <a:xfrm>
            <a:off x="959400" y="1475280"/>
            <a:ext cx="93564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"/>
          <p:cNvPicPr/>
          <p:nvPr/>
        </p:nvPicPr>
        <p:blipFill>
          <a:blip r:embed="rId7"/>
          <a:stretch/>
        </p:blipFill>
        <p:spPr>
          <a:xfrm>
            <a:off x="540360" y="1639080"/>
            <a:ext cx="15022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"/>
          <p:cNvPicPr/>
          <p:nvPr/>
        </p:nvPicPr>
        <p:blipFill>
          <a:blip r:embed="rId8"/>
          <a:stretch/>
        </p:blipFill>
        <p:spPr>
          <a:xfrm>
            <a:off x="447480" y="1800360"/>
            <a:ext cx="1693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9" name=""/>
          <p:cNvPicPr/>
          <p:nvPr/>
        </p:nvPicPr>
        <p:blipFill>
          <a:blip r:embed="rId9"/>
          <a:stretch/>
        </p:blipFill>
        <p:spPr>
          <a:xfrm>
            <a:off x="651600" y="1963440"/>
            <a:ext cx="8751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"/>
          <p:cNvPicPr/>
          <p:nvPr/>
        </p:nvPicPr>
        <p:blipFill>
          <a:blip r:embed="rId10"/>
          <a:stretch/>
        </p:blipFill>
        <p:spPr>
          <a:xfrm>
            <a:off x="1459800" y="1963440"/>
            <a:ext cx="103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"/>
          <p:cNvPicPr/>
          <p:nvPr/>
        </p:nvPicPr>
        <p:blipFill>
          <a:blip r:embed="rId11"/>
          <a:stretch/>
        </p:blipFill>
        <p:spPr>
          <a:xfrm>
            <a:off x="1511640" y="1963440"/>
            <a:ext cx="4017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"/>
          <p:cNvPicPr/>
          <p:nvPr/>
        </p:nvPicPr>
        <p:blipFill>
          <a:blip r:embed="rId12"/>
          <a:stretch/>
        </p:blipFill>
        <p:spPr>
          <a:xfrm>
            <a:off x="2475000" y="95544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"/>
          <p:cNvSpPr/>
          <p:nvPr/>
        </p:nvSpPr>
        <p:spPr>
          <a:xfrm>
            <a:off x="2552400" y="1002600"/>
            <a:ext cx="7699680" cy="1635480"/>
          </a:xfrm>
          <a:custGeom>
            <a:avLst/>
            <a:gdLst/>
            <a:ahLst/>
            <a:rect l="0" t="0" r="r" b="b"/>
            <a:pathLst>
              <a:path w="21388" h="4543">
                <a:moveTo>
                  <a:pt x="0" y="0"/>
                </a:moveTo>
                <a:lnTo>
                  <a:pt x="21388" y="0"/>
                </a:lnTo>
                <a:lnTo>
                  <a:pt x="2138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691200" y="1489680"/>
            <a:ext cx="2703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10.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5" name=""/>
          <p:cNvPicPr/>
          <p:nvPr/>
        </p:nvPicPr>
        <p:blipFill>
          <a:blip r:embed="rId13"/>
          <a:stretch/>
        </p:blipFill>
        <p:spPr>
          <a:xfrm>
            <a:off x="2947320" y="1068840"/>
            <a:ext cx="21189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"/>
          <p:cNvPicPr/>
          <p:nvPr/>
        </p:nvPicPr>
        <p:blipFill>
          <a:blip r:embed="rId14"/>
          <a:stretch/>
        </p:blipFill>
        <p:spPr>
          <a:xfrm>
            <a:off x="5068800" y="1068840"/>
            <a:ext cx="32893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"/>
          <p:cNvSpPr txBox="1"/>
          <p:nvPr/>
        </p:nvSpPr>
        <p:spPr>
          <a:xfrm>
            <a:off x="2718720" y="10897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8" name=""/>
          <p:cNvPicPr/>
          <p:nvPr/>
        </p:nvPicPr>
        <p:blipFill>
          <a:blip r:embed="rId15"/>
          <a:stretch/>
        </p:blipFill>
        <p:spPr>
          <a:xfrm>
            <a:off x="2947320" y="1231560"/>
            <a:ext cx="48272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"/>
          <p:cNvSpPr txBox="1"/>
          <p:nvPr/>
        </p:nvSpPr>
        <p:spPr>
          <a:xfrm>
            <a:off x="2718720" y="125244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0" name=""/>
          <p:cNvPicPr/>
          <p:nvPr/>
        </p:nvPicPr>
        <p:blipFill>
          <a:blip r:embed="rId16"/>
          <a:stretch/>
        </p:blipFill>
        <p:spPr>
          <a:xfrm>
            <a:off x="2947320" y="1393920"/>
            <a:ext cx="22683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"/>
          <p:cNvPicPr/>
          <p:nvPr/>
        </p:nvPicPr>
        <p:blipFill>
          <a:blip r:embed="rId17"/>
          <a:stretch/>
        </p:blipFill>
        <p:spPr>
          <a:xfrm>
            <a:off x="5221080" y="1393920"/>
            <a:ext cx="22514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"/>
          <p:cNvPicPr/>
          <p:nvPr/>
        </p:nvPicPr>
        <p:blipFill>
          <a:blip r:embed="rId18"/>
          <a:stretch/>
        </p:blipFill>
        <p:spPr>
          <a:xfrm>
            <a:off x="7476840" y="1393920"/>
            <a:ext cx="5227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"/>
          <p:cNvSpPr txBox="1"/>
          <p:nvPr/>
        </p:nvSpPr>
        <p:spPr>
          <a:xfrm>
            <a:off x="2718720" y="14144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4" name=""/>
          <p:cNvPicPr/>
          <p:nvPr/>
        </p:nvPicPr>
        <p:blipFill>
          <a:blip r:embed="rId19"/>
          <a:stretch/>
        </p:blipFill>
        <p:spPr>
          <a:xfrm>
            <a:off x="2947320" y="1557000"/>
            <a:ext cx="24526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"/>
          <p:cNvPicPr/>
          <p:nvPr/>
        </p:nvPicPr>
        <p:blipFill>
          <a:blip r:embed="rId20"/>
          <a:stretch/>
        </p:blipFill>
        <p:spPr>
          <a:xfrm>
            <a:off x="5405760" y="1557000"/>
            <a:ext cx="15613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"/>
          <p:cNvSpPr txBox="1"/>
          <p:nvPr/>
        </p:nvSpPr>
        <p:spPr>
          <a:xfrm>
            <a:off x="2718720" y="15775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7" name=""/>
          <p:cNvPicPr/>
          <p:nvPr/>
        </p:nvPicPr>
        <p:blipFill>
          <a:blip r:embed="rId21"/>
          <a:stretch/>
        </p:blipFill>
        <p:spPr>
          <a:xfrm>
            <a:off x="2947320" y="1720080"/>
            <a:ext cx="50994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"/>
          <p:cNvSpPr txBox="1"/>
          <p:nvPr/>
        </p:nvSpPr>
        <p:spPr>
          <a:xfrm>
            <a:off x="2718720" y="17406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9" name=""/>
          <p:cNvPicPr/>
          <p:nvPr/>
        </p:nvPicPr>
        <p:blipFill>
          <a:blip r:embed="rId22"/>
          <a:stretch/>
        </p:blipFill>
        <p:spPr>
          <a:xfrm>
            <a:off x="2947320" y="1881360"/>
            <a:ext cx="25066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"/>
          <p:cNvPicPr/>
          <p:nvPr/>
        </p:nvPicPr>
        <p:blipFill>
          <a:blip r:embed="rId23"/>
          <a:stretch/>
        </p:blipFill>
        <p:spPr>
          <a:xfrm>
            <a:off x="5446800" y="1881360"/>
            <a:ext cx="40431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"/>
          <p:cNvSpPr txBox="1"/>
          <p:nvPr/>
        </p:nvSpPr>
        <p:spPr>
          <a:xfrm>
            <a:off x="2718720" y="19022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2" name=""/>
          <p:cNvPicPr/>
          <p:nvPr/>
        </p:nvPicPr>
        <p:blipFill>
          <a:blip r:embed="rId24"/>
          <a:stretch/>
        </p:blipFill>
        <p:spPr>
          <a:xfrm>
            <a:off x="2947320" y="2044440"/>
            <a:ext cx="48790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"/>
          <p:cNvPicPr/>
          <p:nvPr/>
        </p:nvPicPr>
        <p:blipFill>
          <a:blip r:embed="rId25"/>
          <a:stretch/>
        </p:blipFill>
        <p:spPr>
          <a:xfrm>
            <a:off x="7833600" y="2044440"/>
            <a:ext cx="8424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"/>
          <p:cNvSpPr txBox="1"/>
          <p:nvPr/>
        </p:nvSpPr>
        <p:spPr>
          <a:xfrm>
            <a:off x="2718720" y="20653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5" name=""/>
          <p:cNvPicPr/>
          <p:nvPr/>
        </p:nvPicPr>
        <p:blipFill>
          <a:blip r:embed="rId26"/>
          <a:stretch/>
        </p:blipFill>
        <p:spPr>
          <a:xfrm>
            <a:off x="2947320" y="2207520"/>
            <a:ext cx="26244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"/>
          <p:cNvPicPr/>
          <p:nvPr/>
        </p:nvPicPr>
        <p:blipFill>
          <a:blip r:embed="rId27"/>
          <a:stretch/>
        </p:blipFill>
        <p:spPr>
          <a:xfrm>
            <a:off x="5579280" y="2207520"/>
            <a:ext cx="7387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"/>
          <p:cNvSpPr txBox="1"/>
          <p:nvPr/>
        </p:nvSpPr>
        <p:spPr>
          <a:xfrm>
            <a:off x="2718720" y="22284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8" name=""/>
          <p:cNvPicPr/>
          <p:nvPr/>
        </p:nvPicPr>
        <p:blipFill>
          <a:blip r:embed="rId28"/>
          <a:stretch/>
        </p:blipFill>
        <p:spPr>
          <a:xfrm>
            <a:off x="2947320" y="2370600"/>
            <a:ext cx="24231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"/>
          <p:cNvPicPr/>
          <p:nvPr/>
        </p:nvPicPr>
        <p:blipFill>
          <a:blip r:embed="rId29"/>
          <a:stretch/>
        </p:blipFill>
        <p:spPr>
          <a:xfrm>
            <a:off x="5376600" y="2370600"/>
            <a:ext cx="25290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"/>
          <p:cNvPicPr/>
          <p:nvPr/>
        </p:nvPicPr>
        <p:blipFill>
          <a:blip r:embed="rId30"/>
          <a:stretch/>
        </p:blipFill>
        <p:spPr>
          <a:xfrm>
            <a:off x="10353960" y="95544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"/>
          <p:cNvSpPr/>
          <p:nvPr/>
        </p:nvSpPr>
        <p:spPr>
          <a:xfrm>
            <a:off x="10401120" y="1002600"/>
            <a:ext cx="1533600" cy="1635480"/>
          </a:xfrm>
          <a:custGeom>
            <a:avLst/>
            <a:gdLst/>
            <a:ahLst/>
            <a:rect l="0" t="0" r="r" b="b"/>
            <a:pathLst>
              <a:path w="4260" h="4543">
                <a:moveTo>
                  <a:pt x="0" y="0"/>
                </a:moveTo>
                <a:lnTo>
                  <a:pt x="4260" y="0"/>
                </a:lnTo>
                <a:lnTo>
                  <a:pt x="4260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2" name=""/>
          <p:cNvPicPr/>
          <p:nvPr/>
        </p:nvPicPr>
        <p:blipFill>
          <a:blip r:embed="rId31"/>
          <a:stretch/>
        </p:blipFill>
        <p:spPr>
          <a:xfrm>
            <a:off x="10754280" y="2226240"/>
            <a:ext cx="3798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"/>
          <p:cNvPicPr/>
          <p:nvPr/>
        </p:nvPicPr>
        <p:blipFill>
          <a:blip r:embed="rId32"/>
          <a:stretch/>
        </p:blipFill>
        <p:spPr>
          <a:xfrm>
            <a:off x="11039400" y="222624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"/>
          <p:cNvPicPr/>
          <p:nvPr/>
        </p:nvPicPr>
        <p:blipFill>
          <a:blip r:embed="rId33"/>
          <a:stretch/>
        </p:blipFill>
        <p:spPr>
          <a:xfrm>
            <a:off x="11130840" y="2226240"/>
            <a:ext cx="5713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"/>
          <p:cNvPicPr/>
          <p:nvPr/>
        </p:nvPicPr>
        <p:blipFill>
          <a:blip r:embed="rId34"/>
          <a:stretch/>
        </p:blipFill>
        <p:spPr>
          <a:xfrm>
            <a:off x="10739520" y="1219320"/>
            <a:ext cx="859320" cy="85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"/>
          <p:cNvPicPr/>
          <p:nvPr/>
        </p:nvPicPr>
        <p:blipFill>
          <a:blip r:embed="rId35"/>
          <a:stretch/>
        </p:blipFill>
        <p:spPr>
          <a:xfrm>
            <a:off x="2180880" y="271728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"/>
          <p:cNvSpPr/>
          <p:nvPr/>
        </p:nvSpPr>
        <p:spPr>
          <a:xfrm>
            <a:off x="2221920" y="2764440"/>
            <a:ext cx="229320" cy="1635480"/>
          </a:xfrm>
          <a:custGeom>
            <a:avLst/>
            <a:gdLst/>
            <a:ahLst/>
            <a:rect l="0" t="0" r="r" b="b"/>
            <a:pathLst>
              <a:path w="637" h="4543">
                <a:moveTo>
                  <a:pt x="0" y="0"/>
                </a:moveTo>
                <a:lnTo>
                  <a:pt x="637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28" name=""/>
          <p:cNvPicPr/>
          <p:nvPr/>
        </p:nvPicPr>
        <p:blipFill>
          <a:blip r:embed="rId36"/>
          <a:stretch/>
        </p:blipFill>
        <p:spPr>
          <a:xfrm>
            <a:off x="239400" y="271728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"/>
          <p:cNvSpPr/>
          <p:nvPr/>
        </p:nvSpPr>
        <p:spPr>
          <a:xfrm>
            <a:off x="288000" y="2764440"/>
            <a:ext cx="1853280" cy="1635480"/>
          </a:xfrm>
          <a:custGeom>
            <a:avLst/>
            <a:gdLst/>
            <a:ahLst/>
            <a:rect l="0" t="0" r="r" b="b"/>
            <a:pathLst>
              <a:path w="5148" h="4543">
                <a:moveTo>
                  <a:pt x="0" y="0"/>
                </a:moveTo>
                <a:lnTo>
                  <a:pt x="5148" y="0"/>
                </a:lnTo>
                <a:lnTo>
                  <a:pt x="514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2718720" y="23914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1" name=""/>
          <p:cNvPicPr/>
          <p:nvPr/>
        </p:nvPicPr>
        <p:blipFill>
          <a:blip r:embed="rId37"/>
          <a:stretch/>
        </p:blipFill>
        <p:spPr>
          <a:xfrm>
            <a:off x="795600" y="3319560"/>
            <a:ext cx="12067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"/>
          <p:cNvPicPr/>
          <p:nvPr/>
        </p:nvPicPr>
        <p:blipFill>
          <a:blip r:embed="rId38"/>
          <a:stretch/>
        </p:blipFill>
        <p:spPr>
          <a:xfrm>
            <a:off x="432720" y="3482640"/>
            <a:ext cx="16646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"/>
          <p:cNvPicPr/>
          <p:nvPr/>
        </p:nvPicPr>
        <p:blipFill>
          <a:blip r:embed="rId39"/>
          <a:stretch/>
        </p:blipFill>
        <p:spPr>
          <a:xfrm>
            <a:off x="1082160" y="3644280"/>
            <a:ext cx="3510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/>
          <p:cNvPicPr/>
          <p:nvPr/>
        </p:nvPicPr>
        <p:blipFill>
          <a:blip r:embed="rId40"/>
          <a:stretch/>
        </p:blipFill>
        <p:spPr>
          <a:xfrm>
            <a:off x="2446200" y="2717280"/>
            <a:ext cx="78512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"/>
          <p:cNvSpPr/>
          <p:nvPr/>
        </p:nvSpPr>
        <p:spPr>
          <a:xfrm>
            <a:off x="2523600" y="2764440"/>
            <a:ext cx="7701120" cy="1635480"/>
          </a:xfrm>
          <a:custGeom>
            <a:avLst/>
            <a:gdLst/>
            <a:ahLst/>
            <a:rect l="0" t="0" r="r" b="b"/>
            <a:pathLst>
              <a:path w="21392" h="4543">
                <a:moveTo>
                  <a:pt x="0" y="0"/>
                </a:moveTo>
                <a:lnTo>
                  <a:pt x="21392" y="0"/>
                </a:lnTo>
                <a:lnTo>
                  <a:pt x="21392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27400" y="3333960"/>
            <a:ext cx="2703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11.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7" name=""/>
          <p:cNvPicPr/>
          <p:nvPr/>
        </p:nvPicPr>
        <p:blipFill>
          <a:blip r:embed="rId41"/>
          <a:stretch/>
        </p:blipFill>
        <p:spPr>
          <a:xfrm>
            <a:off x="2918520" y="2831760"/>
            <a:ext cx="44564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"/>
          <p:cNvSpPr txBox="1"/>
          <p:nvPr/>
        </p:nvSpPr>
        <p:spPr>
          <a:xfrm>
            <a:off x="2689920" y="28522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9" name=""/>
          <p:cNvPicPr/>
          <p:nvPr/>
        </p:nvPicPr>
        <p:blipFill>
          <a:blip r:embed="rId42"/>
          <a:stretch/>
        </p:blipFill>
        <p:spPr>
          <a:xfrm>
            <a:off x="2918520" y="2994840"/>
            <a:ext cx="43711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"/>
          <p:cNvSpPr txBox="1"/>
          <p:nvPr/>
        </p:nvSpPr>
        <p:spPr>
          <a:xfrm>
            <a:off x="2689920" y="30153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1" name=""/>
          <p:cNvPicPr/>
          <p:nvPr/>
        </p:nvPicPr>
        <p:blipFill>
          <a:blip r:embed="rId43"/>
          <a:stretch/>
        </p:blipFill>
        <p:spPr>
          <a:xfrm>
            <a:off x="2918520" y="3156120"/>
            <a:ext cx="33541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"/>
          <p:cNvSpPr txBox="1"/>
          <p:nvPr/>
        </p:nvSpPr>
        <p:spPr>
          <a:xfrm>
            <a:off x="2689920" y="31770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3" name=""/>
          <p:cNvPicPr/>
          <p:nvPr/>
        </p:nvPicPr>
        <p:blipFill>
          <a:blip r:embed="rId44"/>
          <a:stretch/>
        </p:blipFill>
        <p:spPr>
          <a:xfrm>
            <a:off x="2918520" y="3318840"/>
            <a:ext cx="419508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"/>
          <p:cNvSpPr txBox="1"/>
          <p:nvPr/>
        </p:nvSpPr>
        <p:spPr>
          <a:xfrm>
            <a:off x="2689920" y="333972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5" name=""/>
          <p:cNvPicPr/>
          <p:nvPr/>
        </p:nvPicPr>
        <p:blipFill>
          <a:blip r:embed="rId45"/>
          <a:stretch/>
        </p:blipFill>
        <p:spPr>
          <a:xfrm>
            <a:off x="2918520" y="3482640"/>
            <a:ext cx="43034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"/>
          <p:cNvSpPr txBox="1"/>
          <p:nvPr/>
        </p:nvSpPr>
        <p:spPr>
          <a:xfrm>
            <a:off x="2689920" y="35035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7" name=""/>
          <p:cNvPicPr/>
          <p:nvPr/>
        </p:nvPicPr>
        <p:blipFill>
          <a:blip r:embed="rId46"/>
          <a:stretch/>
        </p:blipFill>
        <p:spPr>
          <a:xfrm>
            <a:off x="2918520" y="3644280"/>
            <a:ext cx="42055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"/>
          <p:cNvSpPr txBox="1"/>
          <p:nvPr/>
        </p:nvSpPr>
        <p:spPr>
          <a:xfrm>
            <a:off x="2689920" y="36648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9" name=""/>
          <p:cNvPicPr/>
          <p:nvPr/>
        </p:nvPicPr>
        <p:blipFill>
          <a:blip r:embed="rId47"/>
          <a:stretch/>
        </p:blipFill>
        <p:spPr>
          <a:xfrm>
            <a:off x="2918520" y="3807360"/>
            <a:ext cx="26650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"/>
          <p:cNvSpPr txBox="1"/>
          <p:nvPr/>
        </p:nvSpPr>
        <p:spPr>
          <a:xfrm>
            <a:off x="2689920" y="3827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1" name=""/>
          <p:cNvPicPr/>
          <p:nvPr/>
        </p:nvPicPr>
        <p:blipFill>
          <a:blip r:embed="rId48"/>
          <a:stretch/>
        </p:blipFill>
        <p:spPr>
          <a:xfrm>
            <a:off x="2918520" y="3970440"/>
            <a:ext cx="23238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"/>
          <p:cNvSpPr txBox="1"/>
          <p:nvPr/>
        </p:nvSpPr>
        <p:spPr>
          <a:xfrm>
            <a:off x="2689920" y="39909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3" name=""/>
          <p:cNvPicPr/>
          <p:nvPr/>
        </p:nvPicPr>
        <p:blipFill>
          <a:blip r:embed="rId49"/>
          <a:stretch/>
        </p:blipFill>
        <p:spPr>
          <a:xfrm>
            <a:off x="2918520" y="4133520"/>
            <a:ext cx="53427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"/>
          <p:cNvPicPr/>
          <p:nvPr/>
        </p:nvPicPr>
        <p:blipFill>
          <a:blip r:embed="rId50"/>
          <a:stretch/>
        </p:blipFill>
        <p:spPr>
          <a:xfrm>
            <a:off x="10325160" y="271728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"/>
          <p:cNvSpPr/>
          <p:nvPr/>
        </p:nvSpPr>
        <p:spPr>
          <a:xfrm>
            <a:off x="10372320" y="2764440"/>
            <a:ext cx="1533240" cy="1635480"/>
          </a:xfrm>
          <a:custGeom>
            <a:avLst/>
            <a:gdLst/>
            <a:ahLst/>
            <a:rect l="0" t="0" r="r" b="b"/>
            <a:pathLst>
              <a:path w="4259" h="4543">
                <a:moveTo>
                  <a:pt x="0" y="0"/>
                </a:moveTo>
                <a:lnTo>
                  <a:pt x="4259" y="0"/>
                </a:lnTo>
                <a:lnTo>
                  <a:pt x="425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6" name=""/>
          <p:cNvPicPr/>
          <p:nvPr/>
        </p:nvPicPr>
        <p:blipFill>
          <a:blip r:embed="rId51"/>
          <a:stretch/>
        </p:blipFill>
        <p:spPr>
          <a:xfrm>
            <a:off x="10715040" y="4151160"/>
            <a:ext cx="3848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"/>
          <p:cNvPicPr/>
          <p:nvPr/>
        </p:nvPicPr>
        <p:blipFill>
          <a:blip r:embed="rId52"/>
          <a:stretch/>
        </p:blipFill>
        <p:spPr>
          <a:xfrm>
            <a:off x="11023200" y="415116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"/>
          <p:cNvPicPr/>
          <p:nvPr/>
        </p:nvPicPr>
        <p:blipFill>
          <a:blip r:embed="rId53"/>
          <a:stretch/>
        </p:blipFill>
        <p:spPr>
          <a:xfrm>
            <a:off x="11112840" y="4151160"/>
            <a:ext cx="5709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"/>
          <p:cNvPicPr/>
          <p:nvPr/>
        </p:nvPicPr>
        <p:blipFill>
          <a:blip r:embed="rId54"/>
          <a:stretch/>
        </p:blipFill>
        <p:spPr>
          <a:xfrm>
            <a:off x="10503360" y="2928960"/>
            <a:ext cx="1270800" cy="127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/>
          <p:cNvPicPr/>
          <p:nvPr/>
        </p:nvPicPr>
        <p:blipFill>
          <a:blip r:embed="rId55"/>
          <a:stretch/>
        </p:blipFill>
        <p:spPr>
          <a:xfrm>
            <a:off x="2180880" y="453384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"/>
          <p:cNvSpPr/>
          <p:nvPr/>
        </p:nvSpPr>
        <p:spPr>
          <a:xfrm>
            <a:off x="2221920" y="4581000"/>
            <a:ext cx="229320" cy="1635480"/>
          </a:xfrm>
          <a:custGeom>
            <a:avLst/>
            <a:gdLst/>
            <a:ahLst/>
            <a:rect l="0" t="0" r="r" b="b"/>
            <a:pathLst>
              <a:path w="637" h="4543">
                <a:moveTo>
                  <a:pt x="0" y="0"/>
                </a:moveTo>
                <a:lnTo>
                  <a:pt x="637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62" name=""/>
          <p:cNvPicPr/>
          <p:nvPr/>
        </p:nvPicPr>
        <p:blipFill>
          <a:blip r:embed="rId56"/>
          <a:stretch/>
        </p:blipFill>
        <p:spPr>
          <a:xfrm>
            <a:off x="239400" y="453384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"/>
          <p:cNvSpPr/>
          <p:nvPr/>
        </p:nvSpPr>
        <p:spPr>
          <a:xfrm>
            <a:off x="288000" y="4581000"/>
            <a:ext cx="1853280" cy="1635480"/>
          </a:xfrm>
          <a:custGeom>
            <a:avLst/>
            <a:gdLst/>
            <a:ahLst/>
            <a:rect l="0" t="0" r="r" b="b"/>
            <a:pathLst>
              <a:path w="5148" h="4543">
                <a:moveTo>
                  <a:pt x="0" y="0"/>
                </a:moveTo>
                <a:lnTo>
                  <a:pt x="5148" y="0"/>
                </a:lnTo>
                <a:lnTo>
                  <a:pt x="514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2689920" y="41540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5" name=""/>
          <p:cNvPicPr/>
          <p:nvPr/>
        </p:nvPicPr>
        <p:blipFill>
          <a:blip r:embed="rId57"/>
          <a:stretch/>
        </p:blipFill>
        <p:spPr>
          <a:xfrm>
            <a:off x="795600" y="5136480"/>
            <a:ext cx="12067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"/>
          <p:cNvPicPr/>
          <p:nvPr/>
        </p:nvPicPr>
        <p:blipFill>
          <a:blip r:embed="rId58"/>
          <a:stretch/>
        </p:blipFill>
        <p:spPr>
          <a:xfrm>
            <a:off x="516600" y="5299200"/>
            <a:ext cx="150228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"/>
          <p:cNvPicPr/>
          <p:nvPr/>
        </p:nvPicPr>
        <p:blipFill>
          <a:blip r:embed="rId59"/>
          <a:stretch/>
        </p:blipFill>
        <p:spPr>
          <a:xfrm>
            <a:off x="557640" y="5461560"/>
            <a:ext cx="13888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"/>
          <p:cNvPicPr/>
          <p:nvPr/>
        </p:nvPicPr>
        <p:blipFill>
          <a:blip r:embed="rId60"/>
          <a:stretch/>
        </p:blipFill>
        <p:spPr>
          <a:xfrm>
            <a:off x="2446200" y="4533840"/>
            <a:ext cx="78512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"/>
          <p:cNvSpPr/>
          <p:nvPr/>
        </p:nvSpPr>
        <p:spPr>
          <a:xfrm>
            <a:off x="2523600" y="4581000"/>
            <a:ext cx="7701120" cy="1635480"/>
          </a:xfrm>
          <a:custGeom>
            <a:avLst/>
            <a:gdLst/>
            <a:ahLst/>
            <a:rect l="0" t="0" r="r" b="b"/>
            <a:pathLst>
              <a:path w="21392" h="4543">
                <a:moveTo>
                  <a:pt x="0" y="0"/>
                </a:moveTo>
                <a:lnTo>
                  <a:pt x="21392" y="0"/>
                </a:lnTo>
                <a:lnTo>
                  <a:pt x="21392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527400" y="5151240"/>
            <a:ext cx="2703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12.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1" name=""/>
          <p:cNvPicPr/>
          <p:nvPr/>
        </p:nvPicPr>
        <p:blipFill>
          <a:blip r:embed="rId61"/>
          <a:stretch/>
        </p:blipFill>
        <p:spPr>
          <a:xfrm>
            <a:off x="2918520" y="5136480"/>
            <a:ext cx="29674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"/>
          <p:cNvSpPr txBox="1"/>
          <p:nvPr/>
        </p:nvSpPr>
        <p:spPr>
          <a:xfrm>
            <a:off x="2689920" y="51573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3" name=""/>
          <p:cNvPicPr/>
          <p:nvPr/>
        </p:nvPicPr>
        <p:blipFill>
          <a:blip r:embed="rId62"/>
          <a:stretch/>
        </p:blipFill>
        <p:spPr>
          <a:xfrm>
            <a:off x="2918520" y="5299200"/>
            <a:ext cx="172980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"/>
          <p:cNvSpPr txBox="1"/>
          <p:nvPr/>
        </p:nvSpPr>
        <p:spPr>
          <a:xfrm>
            <a:off x="2689920" y="532008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5" name=""/>
          <p:cNvPicPr/>
          <p:nvPr/>
        </p:nvPicPr>
        <p:blipFill>
          <a:blip r:embed="rId63"/>
          <a:stretch/>
        </p:blipFill>
        <p:spPr>
          <a:xfrm>
            <a:off x="2918520" y="5461560"/>
            <a:ext cx="2305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"/>
          <p:cNvPicPr/>
          <p:nvPr/>
        </p:nvPicPr>
        <p:blipFill>
          <a:blip r:embed="rId64"/>
          <a:stretch/>
        </p:blipFill>
        <p:spPr>
          <a:xfrm>
            <a:off x="10325160" y="453384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"/>
          <p:cNvSpPr/>
          <p:nvPr/>
        </p:nvSpPr>
        <p:spPr>
          <a:xfrm>
            <a:off x="10372320" y="4581000"/>
            <a:ext cx="1533240" cy="1635480"/>
          </a:xfrm>
          <a:custGeom>
            <a:avLst/>
            <a:gdLst/>
            <a:ahLst/>
            <a:rect l="0" t="0" r="r" b="b"/>
            <a:pathLst>
              <a:path w="4259" h="4543">
                <a:moveTo>
                  <a:pt x="0" y="0"/>
                </a:moveTo>
                <a:lnTo>
                  <a:pt x="4259" y="0"/>
                </a:lnTo>
                <a:lnTo>
                  <a:pt x="425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8" name=""/>
          <p:cNvPicPr/>
          <p:nvPr/>
        </p:nvPicPr>
        <p:blipFill>
          <a:blip r:embed="rId65"/>
          <a:stretch/>
        </p:blipFill>
        <p:spPr>
          <a:xfrm>
            <a:off x="10550520" y="5799600"/>
            <a:ext cx="12517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"/>
          <p:cNvPicPr/>
          <p:nvPr/>
        </p:nvPicPr>
        <p:blipFill>
          <a:blip r:embed="rId66"/>
          <a:stretch/>
        </p:blipFill>
        <p:spPr>
          <a:xfrm>
            <a:off x="11724120" y="579960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"/>
          <p:cNvPicPr/>
          <p:nvPr/>
        </p:nvPicPr>
        <p:blipFill>
          <a:blip r:embed="rId67"/>
          <a:stretch/>
        </p:blipFill>
        <p:spPr>
          <a:xfrm>
            <a:off x="10913400" y="5967000"/>
            <a:ext cx="5709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"/>
          <p:cNvPicPr/>
          <p:nvPr/>
        </p:nvPicPr>
        <p:blipFill>
          <a:blip r:embed="rId68"/>
          <a:stretch/>
        </p:blipFill>
        <p:spPr>
          <a:xfrm>
            <a:off x="10598040" y="4972680"/>
            <a:ext cx="1083240" cy="54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"/>
          <p:cNvSpPr txBox="1"/>
          <p:nvPr/>
        </p:nvSpPr>
        <p:spPr>
          <a:xfrm>
            <a:off x="2689920" y="54820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4" name=""/>
          <p:cNvPicPr/>
          <p:nvPr/>
        </p:nvPicPr>
        <p:blipFill>
          <a:blip r:embed="rId1"/>
          <a:stretch/>
        </p:blipFill>
        <p:spPr>
          <a:xfrm>
            <a:off x="11579040" y="6355800"/>
            <a:ext cx="2512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"/>
          <p:cNvPicPr/>
          <p:nvPr/>
        </p:nvPicPr>
        <p:blipFill>
          <a:blip r:embed="rId3"/>
          <a:stretch/>
        </p:blipFill>
        <p:spPr>
          <a:xfrm>
            <a:off x="283680" y="281520"/>
            <a:ext cx="420012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88" name=""/>
          <p:cNvPicPr/>
          <p:nvPr/>
        </p:nvPicPr>
        <p:blipFill>
          <a:blip r:embed="rId4"/>
          <a:stretch/>
        </p:blipFill>
        <p:spPr>
          <a:xfrm>
            <a:off x="2199240" y="95724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"/>
          <p:cNvSpPr/>
          <p:nvPr/>
        </p:nvSpPr>
        <p:spPr>
          <a:xfrm>
            <a:off x="2240280" y="1004040"/>
            <a:ext cx="229320" cy="1635840"/>
          </a:xfrm>
          <a:custGeom>
            <a:avLst/>
            <a:gdLst/>
            <a:ahLst/>
            <a:rect l="0" t="0" r="r" b="b"/>
            <a:pathLst>
              <a:path w="637" h="4544">
                <a:moveTo>
                  <a:pt x="0" y="0"/>
                </a:moveTo>
                <a:lnTo>
                  <a:pt x="637" y="2271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90" name=""/>
          <p:cNvPicPr/>
          <p:nvPr/>
        </p:nvPicPr>
        <p:blipFill>
          <a:blip r:embed="rId5"/>
          <a:stretch/>
        </p:blipFill>
        <p:spPr>
          <a:xfrm>
            <a:off x="257400" y="95724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"/>
          <p:cNvSpPr/>
          <p:nvPr/>
        </p:nvSpPr>
        <p:spPr>
          <a:xfrm>
            <a:off x="306000" y="1004040"/>
            <a:ext cx="1853640" cy="1635840"/>
          </a:xfrm>
          <a:custGeom>
            <a:avLst/>
            <a:gdLst/>
            <a:ahLst/>
            <a:rect l="0" t="0" r="r" b="b"/>
            <a:pathLst>
              <a:path w="5149" h="4544">
                <a:moveTo>
                  <a:pt x="0" y="0"/>
                </a:moveTo>
                <a:lnTo>
                  <a:pt x="5149" y="0"/>
                </a:lnTo>
                <a:lnTo>
                  <a:pt x="5149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92" name=""/>
          <p:cNvPicPr/>
          <p:nvPr/>
        </p:nvPicPr>
        <p:blipFill>
          <a:blip r:embed="rId6"/>
          <a:stretch/>
        </p:blipFill>
        <p:spPr>
          <a:xfrm>
            <a:off x="636120" y="1558800"/>
            <a:ext cx="235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"/>
          <p:cNvPicPr/>
          <p:nvPr/>
        </p:nvPicPr>
        <p:blipFill>
          <a:blip r:embed="rId7"/>
          <a:stretch/>
        </p:blipFill>
        <p:spPr>
          <a:xfrm>
            <a:off x="825120" y="1558800"/>
            <a:ext cx="1108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"/>
          <p:cNvPicPr/>
          <p:nvPr/>
        </p:nvPicPr>
        <p:blipFill>
          <a:blip r:embed="rId8"/>
          <a:stretch/>
        </p:blipFill>
        <p:spPr>
          <a:xfrm>
            <a:off x="535680" y="1721520"/>
            <a:ext cx="150264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"/>
          <p:cNvPicPr/>
          <p:nvPr/>
        </p:nvPicPr>
        <p:blipFill>
          <a:blip r:embed="rId9"/>
          <a:stretch/>
        </p:blipFill>
        <p:spPr>
          <a:xfrm>
            <a:off x="971280" y="1883520"/>
            <a:ext cx="5896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"/>
          <p:cNvPicPr/>
          <p:nvPr/>
        </p:nvPicPr>
        <p:blipFill>
          <a:blip r:embed="rId10"/>
          <a:stretch/>
        </p:blipFill>
        <p:spPr>
          <a:xfrm>
            <a:off x="2466000" y="95724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"/>
          <p:cNvSpPr/>
          <p:nvPr/>
        </p:nvSpPr>
        <p:spPr>
          <a:xfrm>
            <a:off x="2543400" y="1004040"/>
            <a:ext cx="7699680" cy="1635840"/>
          </a:xfrm>
          <a:custGeom>
            <a:avLst/>
            <a:gdLst/>
            <a:ahLst/>
            <a:rect l="0" t="0" r="r" b="b"/>
            <a:pathLst>
              <a:path w="21388" h="4544">
                <a:moveTo>
                  <a:pt x="0" y="0"/>
                </a:moveTo>
                <a:lnTo>
                  <a:pt x="21388" y="0"/>
                </a:lnTo>
                <a:lnTo>
                  <a:pt x="21388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8" name=""/>
          <p:cNvPicPr/>
          <p:nvPr/>
        </p:nvPicPr>
        <p:blipFill>
          <a:blip r:embed="rId11"/>
          <a:stretch/>
        </p:blipFill>
        <p:spPr>
          <a:xfrm>
            <a:off x="2937600" y="1477080"/>
            <a:ext cx="670716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"/>
          <p:cNvSpPr txBox="1"/>
          <p:nvPr/>
        </p:nvSpPr>
        <p:spPr>
          <a:xfrm>
            <a:off x="2709000" y="149796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0" name=""/>
          <p:cNvPicPr/>
          <p:nvPr/>
        </p:nvPicPr>
        <p:blipFill>
          <a:blip r:embed="rId12"/>
          <a:stretch/>
        </p:blipFill>
        <p:spPr>
          <a:xfrm>
            <a:off x="2937600" y="1640880"/>
            <a:ext cx="45475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"/>
          <p:cNvSpPr txBox="1"/>
          <p:nvPr/>
        </p:nvSpPr>
        <p:spPr>
          <a:xfrm>
            <a:off x="2709000" y="16614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2" name=""/>
          <p:cNvPicPr/>
          <p:nvPr/>
        </p:nvPicPr>
        <p:blipFill>
          <a:blip r:embed="rId13"/>
          <a:stretch/>
        </p:blipFill>
        <p:spPr>
          <a:xfrm>
            <a:off x="2937600" y="1802160"/>
            <a:ext cx="68220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"/>
          <p:cNvPicPr/>
          <p:nvPr/>
        </p:nvPicPr>
        <p:blipFill>
          <a:blip r:embed="rId14"/>
          <a:stretch/>
        </p:blipFill>
        <p:spPr>
          <a:xfrm>
            <a:off x="2937600" y="1965240"/>
            <a:ext cx="7171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"/>
          <p:cNvPicPr/>
          <p:nvPr/>
        </p:nvPicPr>
        <p:blipFill>
          <a:blip r:embed="rId15"/>
          <a:stretch/>
        </p:blipFill>
        <p:spPr>
          <a:xfrm>
            <a:off x="10344960" y="957240"/>
            <a:ext cx="16210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"/>
          <p:cNvSpPr/>
          <p:nvPr/>
        </p:nvSpPr>
        <p:spPr>
          <a:xfrm>
            <a:off x="10392120" y="1004040"/>
            <a:ext cx="1531800" cy="1635840"/>
          </a:xfrm>
          <a:custGeom>
            <a:avLst/>
            <a:gdLst/>
            <a:ahLst/>
            <a:rect l="0" t="0" r="r" b="b"/>
            <a:pathLst>
              <a:path w="4255" h="4544">
                <a:moveTo>
                  <a:pt x="0" y="0"/>
                </a:moveTo>
                <a:lnTo>
                  <a:pt x="4255" y="0"/>
                </a:lnTo>
                <a:lnTo>
                  <a:pt x="4255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6" name=""/>
          <p:cNvPicPr/>
          <p:nvPr/>
        </p:nvPicPr>
        <p:blipFill>
          <a:blip r:embed="rId16"/>
          <a:stretch/>
        </p:blipFill>
        <p:spPr>
          <a:xfrm>
            <a:off x="10537560" y="2228040"/>
            <a:ext cx="7750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"/>
          <p:cNvPicPr/>
          <p:nvPr/>
        </p:nvPicPr>
        <p:blipFill>
          <a:blip r:embed="rId17"/>
          <a:stretch/>
        </p:blipFill>
        <p:spPr>
          <a:xfrm>
            <a:off x="11235600" y="222804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"/>
          <p:cNvPicPr/>
          <p:nvPr/>
        </p:nvPicPr>
        <p:blipFill>
          <a:blip r:embed="rId18"/>
          <a:stretch/>
        </p:blipFill>
        <p:spPr>
          <a:xfrm>
            <a:off x="11327040" y="2228040"/>
            <a:ext cx="5709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"/>
          <p:cNvPicPr/>
          <p:nvPr/>
        </p:nvPicPr>
        <p:blipFill>
          <a:blip r:embed="rId19"/>
          <a:stretch/>
        </p:blipFill>
        <p:spPr>
          <a:xfrm>
            <a:off x="10727280" y="1203840"/>
            <a:ext cx="860760" cy="86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"/>
          <p:cNvPicPr/>
          <p:nvPr/>
        </p:nvPicPr>
        <p:blipFill>
          <a:blip r:embed="rId20"/>
          <a:stretch/>
        </p:blipFill>
        <p:spPr>
          <a:xfrm>
            <a:off x="2208240" y="2746080"/>
            <a:ext cx="30744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"/>
          <p:cNvSpPr/>
          <p:nvPr/>
        </p:nvSpPr>
        <p:spPr>
          <a:xfrm>
            <a:off x="2249280" y="2793240"/>
            <a:ext cx="230400" cy="1637280"/>
          </a:xfrm>
          <a:custGeom>
            <a:avLst/>
            <a:gdLst/>
            <a:ahLst/>
            <a:rect l="0" t="0" r="r" b="b"/>
            <a:pathLst>
              <a:path w="640" h="4548">
                <a:moveTo>
                  <a:pt x="0" y="0"/>
                </a:moveTo>
                <a:lnTo>
                  <a:pt x="640" y="2273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12" name=""/>
          <p:cNvPicPr/>
          <p:nvPr/>
        </p:nvPicPr>
        <p:blipFill>
          <a:blip r:embed="rId21"/>
          <a:stretch/>
        </p:blipFill>
        <p:spPr>
          <a:xfrm>
            <a:off x="268200" y="2746080"/>
            <a:ext cx="194580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"/>
          <p:cNvSpPr/>
          <p:nvPr/>
        </p:nvSpPr>
        <p:spPr>
          <a:xfrm>
            <a:off x="316800" y="2793240"/>
            <a:ext cx="1853640" cy="1637280"/>
          </a:xfrm>
          <a:custGeom>
            <a:avLst/>
            <a:gdLst/>
            <a:ahLst/>
            <a:rect l="0" t="0" r="r" b="b"/>
            <a:pathLst>
              <a:path w="5149" h="4548">
                <a:moveTo>
                  <a:pt x="0" y="0"/>
                </a:moveTo>
                <a:lnTo>
                  <a:pt x="5149" y="0"/>
                </a:lnTo>
                <a:lnTo>
                  <a:pt x="5149" y="4548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2709000" y="18230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5" name=""/>
          <p:cNvPicPr/>
          <p:nvPr/>
        </p:nvPicPr>
        <p:blipFill>
          <a:blip r:embed="rId22"/>
          <a:stretch/>
        </p:blipFill>
        <p:spPr>
          <a:xfrm>
            <a:off x="1058760" y="3079080"/>
            <a:ext cx="74628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"/>
          <p:cNvPicPr/>
          <p:nvPr/>
        </p:nvPicPr>
        <p:blipFill>
          <a:blip r:embed="rId23"/>
          <a:stretch/>
        </p:blipFill>
        <p:spPr>
          <a:xfrm>
            <a:off x="514440" y="3242880"/>
            <a:ext cx="1552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"/>
          <p:cNvPicPr/>
          <p:nvPr/>
        </p:nvPicPr>
        <p:blipFill>
          <a:blip r:embed="rId24"/>
          <a:stretch/>
        </p:blipFill>
        <p:spPr>
          <a:xfrm>
            <a:off x="459720" y="3404520"/>
            <a:ext cx="16714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"/>
          <p:cNvPicPr/>
          <p:nvPr/>
        </p:nvPicPr>
        <p:blipFill>
          <a:blip r:embed="rId25"/>
          <a:stretch/>
        </p:blipFill>
        <p:spPr>
          <a:xfrm>
            <a:off x="627120" y="3567600"/>
            <a:ext cx="13424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"/>
          <p:cNvPicPr/>
          <p:nvPr/>
        </p:nvPicPr>
        <p:blipFill>
          <a:blip r:embed="rId26"/>
          <a:stretch/>
        </p:blipFill>
        <p:spPr>
          <a:xfrm>
            <a:off x="888120" y="3730320"/>
            <a:ext cx="7869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"/>
          <p:cNvPicPr/>
          <p:nvPr/>
        </p:nvPicPr>
        <p:blipFill>
          <a:blip r:embed="rId27"/>
          <a:stretch/>
        </p:blipFill>
        <p:spPr>
          <a:xfrm>
            <a:off x="2475000" y="2746080"/>
            <a:ext cx="784980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"/>
          <p:cNvSpPr/>
          <p:nvPr/>
        </p:nvSpPr>
        <p:spPr>
          <a:xfrm>
            <a:off x="2552400" y="2793240"/>
            <a:ext cx="7699680" cy="1637280"/>
          </a:xfrm>
          <a:custGeom>
            <a:avLst/>
            <a:gdLst/>
            <a:ahLst/>
            <a:rect l="0" t="0" r="r" b="b"/>
            <a:pathLst>
              <a:path w="21388" h="4548">
                <a:moveTo>
                  <a:pt x="0" y="0"/>
                </a:moveTo>
                <a:lnTo>
                  <a:pt x="21388" y="0"/>
                </a:lnTo>
                <a:lnTo>
                  <a:pt x="21388" y="4548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790560" y="3093480"/>
            <a:ext cx="2703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14.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3" name=""/>
          <p:cNvPicPr/>
          <p:nvPr/>
        </p:nvPicPr>
        <p:blipFill>
          <a:blip r:embed="rId28"/>
          <a:stretch/>
        </p:blipFill>
        <p:spPr>
          <a:xfrm>
            <a:off x="2947320" y="2942280"/>
            <a:ext cx="71492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"/>
          <p:cNvPicPr/>
          <p:nvPr/>
        </p:nvPicPr>
        <p:blipFill>
          <a:blip r:embed="rId29"/>
          <a:stretch/>
        </p:blipFill>
        <p:spPr>
          <a:xfrm>
            <a:off x="2947320" y="3105360"/>
            <a:ext cx="21531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"/>
          <p:cNvSpPr txBox="1"/>
          <p:nvPr/>
        </p:nvSpPr>
        <p:spPr>
          <a:xfrm>
            <a:off x="2718720" y="29628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6" name=""/>
          <p:cNvPicPr/>
          <p:nvPr/>
        </p:nvPicPr>
        <p:blipFill>
          <a:blip r:embed="rId30"/>
          <a:stretch/>
        </p:blipFill>
        <p:spPr>
          <a:xfrm>
            <a:off x="2947320" y="3267000"/>
            <a:ext cx="2311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"/>
          <p:cNvSpPr txBox="1"/>
          <p:nvPr/>
        </p:nvSpPr>
        <p:spPr>
          <a:xfrm>
            <a:off x="2718720" y="32875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8" name=""/>
          <p:cNvPicPr/>
          <p:nvPr/>
        </p:nvPicPr>
        <p:blipFill>
          <a:blip r:embed="rId31"/>
          <a:stretch/>
        </p:blipFill>
        <p:spPr>
          <a:xfrm>
            <a:off x="2947320" y="3429720"/>
            <a:ext cx="226620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"/>
          <p:cNvSpPr txBox="1"/>
          <p:nvPr/>
        </p:nvSpPr>
        <p:spPr>
          <a:xfrm>
            <a:off x="2718720" y="345024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0" name=""/>
          <p:cNvPicPr/>
          <p:nvPr/>
        </p:nvPicPr>
        <p:blipFill>
          <a:blip r:embed="rId32"/>
          <a:stretch/>
        </p:blipFill>
        <p:spPr>
          <a:xfrm>
            <a:off x="2947320" y="3593160"/>
            <a:ext cx="23007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"/>
          <p:cNvSpPr txBox="1"/>
          <p:nvPr/>
        </p:nvSpPr>
        <p:spPr>
          <a:xfrm>
            <a:off x="2718720" y="36140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2" name=""/>
          <p:cNvPicPr/>
          <p:nvPr/>
        </p:nvPicPr>
        <p:blipFill>
          <a:blip r:embed="rId33"/>
          <a:stretch/>
        </p:blipFill>
        <p:spPr>
          <a:xfrm>
            <a:off x="2947320" y="3754800"/>
            <a:ext cx="27694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"/>
          <p:cNvSpPr txBox="1"/>
          <p:nvPr/>
        </p:nvSpPr>
        <p:spPr>
          <a:xfrm>
            <a:off x="2718720" y="37756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4" name=""/>
          <p:cNvPicPr/>
          <p:nvPr/>
        </p:nvPicPr>
        <p:blipFill>
          <a:blip r:embed="rId34"/>
          <a:stretch/>
        </p:blipFill>
        <p:spPr>
          <a:xfrm>
            <a:off x="2947320" y="3917880"/>
            <a:ext cx="25304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"/>
          <p:cNvSpPr txBox="1"/>
          <p:nvPr/>
        </p:nvSpPr>
        <p:spPr>
          <a:xfrm>
            <a:off x="2718720" y="39387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6" name=""/>
          <p:cNvPicPr/>
          <p:nvPr/>
        </p:nvPicPr>
        <p:blipFill>
          <a:blip r:embed="rId35"/>
          <a:stretch/>
        </p:blipFill>
        <p:spPr>
          <a:xfrm>
            <a:off x="2947320" y="4080960"/>
            <a:ext cx="47484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"/>
          <p:cNvPicPr/>
          <p:nvPr/>
        </p:nvPicPr>
        <p:blipFill>
          <a:blip r:embed="rId36"/>
          <a:stretch/>
        </p:blipFill>
        <p:spPr>
          <a:xfrm>
            <a:off x="10353960" y="2746080"/>
            <a:ext cx="1622880" cy="17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"/>
          <p:cNvSpPr/>
          <p:nvPr/>
        </p:nvSpPr>
        <p:spPr>
          <a:xfrm>
            <a:off x="10401120" y="2793240"/>
            <a:ext cx="1533600" cy="1637280"/>
          </a:xfrm>
          <a:custGeom>
            <a:avLst/>
            <a:gdLst/>
            <a:ahLst/>
            <a:rect l="0" t="0" r="r" b="b"/>
            <a:pathLst>
              <a:path w="4260" h="4548">
                <a:moveTo>
                  <a:pt x="0" y="0"/>
                </a:moveTo>
                <a:lnTo>
                  <a:pt x="4260" y="0"/>
                </a:lnTo>
                <a:lnTo>
                  <a:pt x="4260" y="4548"/>
                </a:lnTo>
                <a:lnTo>
                  <a:pt x="0" y="4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9" name=""/>
          <p:cNvPicPr/>
          <p:nvPr/>
        </p:nvPicPr>
        <p:blipFill>
          <a:blip r:embed="rId37"/>
          <a:stretch/>
        </p:blipFill>
        <p:spPr>
          <a:xfrm>
            <a:off x="10540800" y="3866400"/>
            <a:ext cx="5277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"/>
          <p:cNvPicPr/>
          <p:nvPr/>
        </p:nvPicPr>
        <p:blipFill>
          <a:blip r:embed="rId38"/>
          <a:stretch/>
        </p:blipFill>
        <p:spPr>
          <a:xfrm>
            <a:off x="11027160" y="3866400"/>
            <a:ext cx="839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1" name=""/>
          <p:cNvPicPr/>
          <p:nvPr/>
        </p:nvPicPr>
        <p:blipFill>
          <a:blip r:embed="rId39"/>
          <a:stretch/>
        </p:blipFill>
        <p:spPr>
          <a:xfrm>
            <a:off x="11791080" y="386640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2" name=""/>
          <p:cNvPicPr/>
          <p:nvPr/>
        </p:nvPicPr>
        <p:blipFill>
          <a:blip r:embed="rId40"/>
          <a:stretch/>
        </p:blipFill>
        <p:spPr>
          <a:xfrm>
            <a:off x="10941840" y="4034160"/>
            <a:ext cx="5709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"/>
          <p:cNvPicPr/>
          <p:nvPr/>
        </p:nvPicPr>
        <p:blipFill>
          <a:blip r:embed="rId41"/>
          <a:stretch/>
        </p:blipFill>
        <p:spPr>
          <a:xfrm>
            <a:off x="10725840" y="2842200"/>
            <a:ext cx="982800" cy="98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4" name=""/>
          <p:cNvPicPr/>
          <p:nvPr/>
        </p:nvPicPr>
        <p:blipFill>
          <a:blip r:embed="rId42"/>
          <a:stretch/>
        </p:blipFill>
        <p:spPr>
          <a:xfrm>
            <a:off x="2208240" y="451260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"/>
          <p:cNvSpPr/>
          <p:nvPr/>
        </p:nvSpPr>
        <p:spPr>
          <a:xfrm>
            <a:off x="2249280" y="4559760"/>
            <a:ext cx="230400" cy="1635480"/>
          </a:xfrm>
          <a:custGeom>
            <a:avLst/>
            <a:gdLst/>
            <a:ahLst/>
            <a:rect l="0" t="0" r="r" b="b"/>
            <a:pathLst>
              <a:path w="640" h="4543">
                <a:moveTo>
                  <a:pt x="0" y="0"/>
                </a:moveTo>
                <a:lnTo>
                  <a:pt x="640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46" name=""/>
          <p:cNvPicPr/>
          <p:nvPr/>
        </p:nvPicPr>
        <p:blipFill>
          <a:blip r:embed="rId43"/>
          <a:stretch/>
        </p:blipFill>
        <p:spPr>
          <a:xfrm>
            <a:off x="268200" y="451260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"/>
          <p:cNvSpPr/>
          <p:nvPr/>
        </p:nvSpPr>
        <p:spPr>
          <a:xfrm>
            <a:off x="316800" y="4559760"/>
            <a:ext cx="1853640" cy="1635480"/>
          </a:xfrm>
          <a:custGeom>
            <a:avLst/>
            <a:gdLst/>
            <a:ahLst/>
            <a:rect l="0" t="0" r="r" b="b"/>
            <a:pathLst>
              <a:path w="5149" h="4543">
                <a:moveTo>
                  <a:pt x="0" y="0"/>
                </a:moveTo>
                <a:lnTo>
                  <a:pt x="5149" y="0"/>
                </a:lnTo>
                <a:lnTo>
                  <a:pt x="514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718720" y="41018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480960" y="5132880"/>
            <a:ext cx="1577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15. Mise en place d’un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624240" y="5295960"/>
            <a:ext cx="12895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Indice de Maturité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1" name=""/>
          <p:cNvPicPr/>
          <p:nvPr/>
        </p:nvPicPr>
        <p:blipFill>
          <a:blip r:embed="rId44"/>
          <a:stretch/>
        </p:blipFill>
        <p:spPr>
          <a:xfrm>
            <a:off x="2475000" y="451260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"/>
          <p:cNvSpPr/>
          <p:nvPr/>
        </p:nvSpPr>
        <p:spPr>
          <a:xfrm>
            <a:off x="2552400" y="4559760"/>
            <a:ext cx="7699680" cy="1635480"/>
          </a:xfrm>
          <a:custGeom>
            <a:avLst/>
            <a:gdLst/>
            <a:ahLst/>
            <a:rect l="0" t="0" r="r" b="b"/>
            <a:pathLst>
              <a:path w="21388" h="4543">
                <a:moveTo>
                  <a:pt x="0" y="0"/>
                </a:moveTo>
                <a:lnTo>
                  <a:pt x="21388" y="0"/>
                </a:lnTo>
                <a:lnTo>
                  <a:pt x="2138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985320" y="5456160"/>
            <a:ext cx="5169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Digitale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4" name=""/>
          <p:cNvPicPr/>
          <p:nvPr/>
        </p:nvPicPr>
        <p:blipFill>
          <a:blip r:embed="rId45"/>
          <a:stretch/>
        </p:blipFill>
        <p:spPr>
          <a:xfrm>
            <a:off x="2947320" y="5115600"/>
            <a:ext cx="45828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"/>
          <p:cNvSpPr txBox="1"/>
          <p:nvPr/>
        </p:nvSpPr>
        <p:spPr>
          <a:xfrm>
            <a:off x="2718720" y="51361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6" name=""/>
          <p:cNvPicPr/>
          <p:nvPr/>
        </p:nvPicPr>
        <p:blipFill>
          <a:blip r:embed="rId46"/>
          <a:stretch/>
        </p:blipFill>
        <p:spPr>
          <a:xfrm>
            <a:off x="2947320" y="5278680"/>
            <a:ext cx="24530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"/>
          <p:cNvSpPr txBox="1"/>
          <p:nvPr/>
        </p:nvSpPr>
        <p:spPr>
          <a:xfrm>
            <a:off x="2718720" y="52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8" name=""/>
          <p:cNvPicPr/>
          <p:nvPr/>
        </p:nvPicPr>
        <p:blipFill>
          <a:blip r:embed="rId47"/>
          <a:stretch/>
        </p:blipFill>
        <p:spPr>
          <a:xfrm>
            <a:off x="2947320" y="5439960"/>
            <a:ext cx="37962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"/>
          <p:cNvPicPr/>
          <p:nvPr/>
        </p:nvPicPr>
        <p:blipFill>
          <a:blip r:embed="rId48"/>
          <a:stretch/>
        </p:blipFill>
        <p:spPr>
          <a:xfrm>
            <a:off x="10353960" y="451260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"/>
          <p:cNvSpPr/>
          <p:nvPr/>
        </p:nvSpPr>
        <p:spPr>
          <a:xfrm>
            <a:off x="10401120" y="4559760"/>
            <a:ext cx="1533600" cy="1635480"/>
          </a:xfrm>
          <a:custGeom>
            <a:avLst/>
            <a:gdLst/>
            <a:ahLst/>
            <a:rect l="0" t="0" r="r" b="b"/>
            <a:pathLst>
              <a:path w="4260" h="4543">
                <a:moveTo>
                  <a:pt x="0" y="0"/>
                </a:moveTo>
                <a:lnTo>
                  <a:pt x="4260" y="0"/>
                </a:lnTo>
                <a:lnTo>
                  <a:pt x="4260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1" name=""/>
          <p:cNvPicPr/>
          <p:nvPr/>
        </p:nvPicPr>
        <p:blipFill>
          <a:blip r:embed="rId49"/>
          <a:stretch/>
        </p:blipFill>
        <p:spPr>
          <a:xfrm>
            <a:off x="10595880" y="5632560"/>
            <a:ext cx="13017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"/>
          <p:cNvPicPr/>
          <p:nvPr/>
        </p:nvPicPr>
        <p:blipFill>
          <a:blip r:embed="rId50"/>
          <a:stretch/>
        </p:blipFill>
        <p:spPr>
          <a:xfrm>
            <a:off x="10941840" y="5800680"/>
            <a:ext cx="5709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3" name=""/>
          <p:cNvPicPr/>
          <p:nvPr/>
        </p:nvPicPr>
        <p:blipFill>
          <a:blip r:embed="rId51"/>
          <a:stretch/>
        </p:blipFill>
        <p:spPr>
          <a:xfrm>
            <a:off x="10617840" y="4559760"/>
            <a:ext cx="1103040" cy="110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"/>
          <p:cNvSpPr txBox="1"/>
          <p:nvPr/>
        </p:nvSpPr>
        <p:spPr>
          <a:xfrm>
            <a:off x="2718720" y="54608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6" name=""/>
          <p:cNvPicPr/>
          <p:nvPr/>
        </p:nvPicPr>
        <p:blipFill>
          <a:blip r:embed="rId1"/>
          <a:stretch/>
        </p:blipFill>
        <p:spPr>
          <a:xfrm>
            <a:off x="11576160" y="6355800"/>
            <a:ext cx="26244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"/>
          <p:cNvPicPr/>
          <p:nvPr/>
        </p:nvPicPr>
        <p:blipFill>
          <a:blip r:embed="rId3"/>
          <a:stretch/>
        </p:blipFill>
        <p:spPr>
          <a:xfrm>
            <a:off x="283680" y="281520"/>
            <a:ext cx="421128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0" name=""/>
          <p:cNvPicPr/>
          <p:nvPr/>
        </p:nvPicPr>
        <p:blipFill>
          <a:blip r:embed="rId4"/>
          <a:stretch/>
        </p:blipFill>
        <p:spPr>
          <a:xfrm>
            <a:off x="2199240" y="946440"/>
            <a:ext cx="3060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"/>
          <p:cNvSpPr/>
          <p:nvPr/>
        </p:nvSpPr>
        <p:spPr>
          <a:xfrm>
            <a:off x="2240280" y="993600"/>
            <a:ext cx="229320" cy="1635480"/>
          </a:xfrm>
          <a:custGeom>
            <a:avLst/>
            <a:gdLst/>
            <a:ahLst/>
            <a:rect l="0" t="0" r="r" b="b"/>
            <a:pathLst>
              <a:path w="637" h="4543">
                <a:moveTo>
                  <a:pt x="0" y="0"/>
                </a:moveTo>
                <a:lnTo>
                  <a:pt x="637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2" name=""/>
          <p:cNvPicPr/>
          <p:nvPr/>
        </p:nvPicPr>
        <p:blipFill>
          <a:blip r:embed="rId5"/>
          <a:stretch/>
        </p:blipFill>
        <p:spPr>
          <a:xfrm>
            <a:off x="257400" y="94644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"/>
          <p:cNvSpPr/>
          <p:nvPr/>
        </p:nvSpPr>
        <p:spPr>
          <a:xfrm>
            <a:off x="306000" y="993600"/>
            <a:ext cx="1853640" cy="1635480"/>
          </a:xfrm>
          <a:custGeom>
            <a:avLst/>
            <a:gdLst/>
            <a:ahLst/>
            <a:rect l="0" t="0" r="r" b="b"/>
            <a:pathLst>
              <a:path w="5149" h="4543">
                <a:moveTo>
                  <a:pt x="0" y="0"/>
                </a:moveTo>
                <a:lnTo>
                  <a:pt x="5149" y="0"/>
                </a:lnTo>
                <a:lnTo>
                  <a:pt x="514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4" name=""/>
          <p:cNvPicPr/>
          <p:nvPr/>
        </p:nvPicPr>
        <p:blipFill>
          <a:blip r:embed="rId6"/>
          <a:stretch/>
        </p:blipFill>
        <p:spPr>
          <a:xfrm>
            <a:off x="793080" y="1465920"/>
            <a:ext cx="12481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"/>
          <p:cNvPicPr/>
          <p:nvPr/>
        </p:nvPicPr>
        <p:blipFill>
          <a:blip r:embed="rId7"/>
          <a:stretch/>
        </p:blipFill>
        <p:spPr>
          <a:xfrm>
            <a:off x="662040" y="1629000"/>
            <a:ext cx="12398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"/>
          <p:cNvPicPr/>
          <p:nvPr/>
        </p:nvPicPr>
        <p:blipFill>
          <a:blip r:embed="rId8"/>
          <a:stretch/>
        </p:blipFill>
        <p:spPr>
          <a:xfrm>
            <a:off x="511200" y="1790280"/>
            <a:ext cx="145620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"/>
          <p:cNvPicPr/>
          <p:nvPr/>
        </p:nvPicPr>
        <p:blipFill>
          <a:blip r:embed="rId9"/>
          <a:stretch/>
        </p:blipFill>
        <p:spPr>
          <a:xfrm>
            <a:off x="1904400" y="1790280"/>
            <a:ext cx="10332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8" name=""/>
          <p:cNvPicPr/>
          <p:nvPr/>
        </p:nvPicPr>
        <p:blipFill>
          <a:blip r:embed="rId10"/>
          <a:stretch/>
        </p:blipFill>
        <p:spPr>
          <a:xfrm>
            <a:off x="1086120" y="1954080"/>
            <a:ext cx="3672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"/>
          <p:cNvPicPr/>
          <p:nvPr/>
        </p:nvPicPr>
        <p:blipFill>
          <a:blip r:embed="rId11"/>
          <a:stretch/>
        </p:blipFill>
        <p:spPr>
          <a:xfrm>
            <a:off x="2466000" y="94644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"/>
          <p:cNvSpPr/>
          <p:nvPr/>
        </p:nvSpPr>
        <p:spPr>
          <a:xfrm>
            <a:off x="2543400" y="993600"/>
            <a:ext cx="7699680" cy="1635480"/>
          </a:xfrm>
          <a:custGeom>
            <a:avLst/>
            <a:gdLst/>
            <a:ahLst/>
            <a:rect l="0" t="0" r="r" b="b"/>
            <a:pathLst>
              <a:path w="21388" h="4543">
                <a:moveTo>
                  <a:pt x="0" y="0"/>
                </a:moveTo>
                <a:lnTo>
                  <a:pt x="21388" y="0"/>
                </a:lnTo>
                <a:lnTo>
                  <a:pt x="2138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524880" y="1480680"/>
            <a:ext cx="2703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16.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2" name=""/>
          <p:cNvPicPr/>
          <p:nvPr/>
        </p:nvPicPr>
        <p:blipFill>
          <a:blip r:embed="rId12"/>
          <a:stretch/>
        </p:blipFill>
        <p:spPr>
          <a:xfrm>
            <a:off x="2937600" y="1465920"/>
            <a:ext cx="13615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"/>
          <p:cNvSpPr txBox="1"/>
          <p:nvPr/>
        </p:nvSpPr>
        <p:spPr>
          <a:xfrm>
            <a:off x="2709000" y="14868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4" name=""/>
          <p:cNvPicPr/>
          <p:nvPr/>
        </p:nvPicPr>
        <p:blipFill>
          <a:blip r:embed="rId13"/>
          <a:stretch/>
        </p:blipFill>
        <p:spPr>
          <a:xfrm>
            <a:off x="2937600" y="1629000"/>
            <a:ext cx="25761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"/>
          <p:cNvSpPr txBox="1"/>
          <p:nvPr/>
        </p:nvSpPr>
        <p:spPr>
          <a:xfrm>
            <a:off x="2709000" y="1649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6" name=""/>
          <p:cNvPicPr/>
          <p:nvPr/>
        </p:nvPicPr>
        <p:blipFill>
          <a:blip r:embed="rId14"/>
          <a:stretch/>
        </p:blipFill>
        <p:spPr>
          <a:xfrm>
            <a:off x="2937600" y="1790280"/>
            <a:ext cx="533376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"/>
          <p:cNvSpPr txBox="1"/>
          <p:nvPr/>
        </p:nvSpPr>
        <p:spPr>
          <a:xfrm>
            <a:off x="2709000" y="181116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8" name=""/>
          <p:cNvPicPr/>
          <p:nvPr/>
        </p:nvPicPr>
        <p:blipFill>
          <a:blip r:embed="rId15"/>
          <a:stretch/>
        </p:blipFill>
        <p:spPr>
          <a:xfrm>
            <a:off x="2937600" y="1954080"/>
            <a:ext cx="24634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"/>
          <p:cNvPicPr/>
          <p:nvPr/>
        </p:nvPicPr>
        <p:blipFill>
          <a:blip r:embed="rId16"/>
          <a:stretch/>
        </p:blipFill>
        <p:spPr>
          <a:xfrm>
            <a:off x="10344960" y="946440"/>
            <a:ext cx="16210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"/>
          <p:cNvSpPr/>
          <p:nvPr/>
        </p:nvSpPr>
        <p:spPr>
          <a:xfrm>
            <a:off x="10392120" y="993600"/>
            <a:ext cx="1531800" cy="1635480"/>
          </a:xfrm>
          <a:custGeom>
            <a:avLst/>
            <a:gdLst/>
            <a:ahLst/>
            <a:rect l="0" t="0" r="r" b="b"/>
            <a:pathLst>
              <a:path w="4255" h="4543">
                <a:moveTo>
                  <a:pt x="0" y="0"/>
                </a:moveTo>
                <a:lnTo>
                  <a:pt x="4255" y="0"/>
                </a:lnTo>
                <a:lnTo>
                  <a:pt x="4255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1" name=""/>
          <p:cNvPicPr/>
          <p:nvPr/>
        </p:nvPicPr>
        <p:blipFill>
          <a:blip r:embed="rId17"/>
          <a:stretch/>
        </p:blipFill>
        <p:spPr>
          <a:xfrm>
            <a:off x="10702080" y="2048760"/>
            <a:ext cx="9716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2" name=""/>
          <p:cNvPicPr/>
          <p:nvPr/>
        </p:nvPicPr>
        <p:blipFill>
          <a:blip r:embed="rId18"/>
          <a:stretch/>
        </p:blipFill>
        <p:spPr>
          <a:xfrm>
            <a:off x="11609280" y="204876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3" name=""/>
          <p:cNvPicPr/>
          <p:nvPr/>
        </p:nvPicPr>
        <p:blipFill>
          <a:blip r:embed="rId19"/>
          <a:stretch/>
        </p:blipFill>
        <p:spPr>
          <a:xfrm>
            <a:off x="10932120" y="2216880"/>
            <a:ext cx="5713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4" name=""/>
          <p:cNvPicPr/>
          <p:nvPr/>
        </p:nvPicPr>
        <p:blipFill>
          <a:blip r:embed="rId20"/>
          <a:stretch/>
        </p:blipFill>
        <p:spPr>
          <a:xfrm>
            <a:off x="10523160" y="1307520"/>
            <a:ext cx="1269000" cy="33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"/>
          <p:cNvPicPr/>
          <p:nvPr/>
        </p:nvPicPr>
        <p:blipFill>
          <a:blip r:embed="rId21"/>
          <a:stretch/>
        </p:blipFill>
        <p:spPr>
          <a:xfrm>
            <a:off x="2200680" y="270972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"/>
          <p:cNvSpPr/>
          <p:nvPr/>
        </p:nvSpPr>
        <p:spPr>
          <a:xfrm>
            <a:off x="2241720" y="2756880"/>
            <a:ext cx="230400" cy="1635480"/>
          </a:xfrm>
          <a:custGeom>
            <a:avLst/>
            <a:gdLst/>
            <a:ahLst/>
            <a:rect l="0" t="0" r="r" b="b"/>
            <a:pathLst>
              <a:path w="640" h="4543">
                <a:moveTo>
                  <a:pt x="0" y="0"/>
                </a:moveTo>
                <a:lnTo>
                  <a:pt x="640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97" name=""/>
          <p:cNvPicPr/>
          <p:nvPr/>
        </p:nvPicPr>
        <p:blipFill>
          <a:blip r:embed="rId22"/>
          <a:stretch/>
        </p:blipFill>
        <p:spPr>
          <a:xfrm>
            <a:off x="259200" y="2709720"/>
            <a:ext cx="19472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"/>
          <p:cNvSpPr/>
          <p:nvPr/>
        </p:nvSpPr>
        <p:spPr>
          <a:xfrm>
            <a:off x="307800" y="2756880"/>
            <a:ext cx="1855080" cy="1635480"/>
          </a:xfrm>
          <a:custGeom>
            <a:avLst/>
            <a:gdLst/>
            <a:ahLst/>
            <a:rect l="0" t="0" r="r" b="b"/>
            <a:pathLst>
              <a:path w="5153" h="4543">
                <a:moveTo>
                  <a:pt x="0" y="0"/>
                </a:moveTo>
                <a:lnTo>
                  <a:pt x="5153" y="0"/>
                </a:lnTo>
                <a:lnTo>
                  <a:pt x="5153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709000" y="19749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04000" y="3411360"/>
            <a:ext cx="15184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17. Formalisation des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1" name=""/>
          <p:cNvPicPr/>
          <p:nvPr/>
        </p:nvPicPr>
        <p:blipFill>
          <a:blip r:embed="rId23"/>
          <a:stretch/>
        </p:blipFill>
        <p:spPr>
          <a:xfrm>
            <a:off x="2467440" y="270972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"/>
          <p:cNvSpPr/>
          <p:nvPr/>
        </p:nvSpPr>
        <p:spPr>
          <a:xfrm>
            <a:off x="2544840" y="2756880"/>
            <a:ext cx="7699680" cy="1635480"/>
          </a:xfrm>
          <a:custGeom>
            <a:avLst/>
            <a:gdLst/>
            <a:ahLst/>
            <a:rect l="0" t="0" r="r" b="b"/>
            <a:pathLst>
              <a:path w="21388" h="4543">
                <a:moveTo>
                  <a:pt x="0" y="0"/>
                </a:moveTo>
                <a:lnTo>
                  <a:pt x="21388" y="0"/>
                </a:lnTo>
                <a:lnTo>
                  <a:pt x="2138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59960" y="3571200"/>
            <a:ext cx="1001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procédures SI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4" name=""/>
          <p:cNvPicPr/>
          <p:nvPr/>
        </p:nvPicPr>
        <p:blipFill>
          <a:blip r:embed="rId24"/>
          <a:stretch/>
        </p:blipFill>
        <p:spPr>
          <a:xfrm>
            <a:off x="2939040" y="2799000"/>
            <a:ext cx="3433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"/>
          <p:cNvSpPr txBox="1"/>
          <p:nvPr/>
        </p:nvSpPr>
        <p:spPr>
          <a:xfrm>
            <a:off x="2710440" y="2819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6" name=""/>
          <p:cNvPicPr/>
          <p:nvPr/>
        </p:nvPicPr>
        <p:blipFill>
          <a:blip r:embed="rId25"/>
          <a:stretch/>
        </p:blipFill>
        <p:spPr>
          <a:xfrm>
            <a:off x="2939040" y="2962080"/>
            <a:ext cx="35323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"/>
          <p:cNvSpPr txBox="1"/>
          <p:nvPr/>
        </p:nvSpPr>
        <p:spPr>
          <a:xfrm>
            <a:off x="2710440" y="29829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8" name=""/>
          <p:cNvPicPr/>
          <p:nvPr/>
        </p:nvPicPr>
        <p:blipFill>
          <a:blip r:embed="rId26"/>
          <a:stretch/>
        </p:blipFill>
        <p:spPr>
          <a:xfrm>
            <a:off x="2939040" y="3123720"/>
            <a:ext cx="40935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"/>
          <p:cNvSpPr txBox="1"/>
          <p:nvPr/>
        </p:nvSpPr>
        <p:spPr>
          <a:xfrm>
            <a:off x="2710440" y="31442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0" name=""/>
          <p:cNvPicPr/>
          <p:nvPr/>
        </p:nvPicPr>
        <p:blipFill>
          <a:blip r:embed="rId27"/>
          <a:stretch/>
        </p:blipFill>
        <p:spPr>
          <a:xfrm>
            <a:off x="2939040" y="3286800"/>
            <a:ext cx="48906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"/>
          <p:cNvSpPr txBox="1"/>
          <p:nvPr/>
        </p:nvSpPr>
        <p:spPr>
          <a:xfrm>
            <a:off x="2710440" y="33073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2" name=""/>
          <p:cNvPicPr/>
          <p:nvPr/>
        </p:nvPicPr>
        <p:blipFill>
          <a:blip r:embed="rId28"/>
          <a:stretch/>
        </p:blipFill>
        <p:spPr>
          <a:xfrm>
            <a:off x="2939040" y="3449880"/>
            <a:ext cx="38307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"/>
          <p:cNvSpPr txBox="1"/>
          <p:nvPr/>
        </p:nvSpPr>
        <p:spPr>
          <a:xfrm>
            <a:off x="2710440" y="34704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4" name=""/>
          <p:cNvPicPr/>
          <p:nvPr/>
        </p:nvPicPr>
        <p:blipFill>
          <a:blip r:embed="rId29"/>
          <a:stretch/>
        </p:blipFill>
        <p:spPr>
          <a:xfrm>
            <a:off x="2939040" y="3610800"/>
            <a:ext cx="704556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"/>
          <p:cNvSpPr txBox="1"/>
          <p:nvPr/>
        </p:nvSpPr>
        <p:spPr>
          <a:xfrm>
            <a:off x="2710440" y="363168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6" name=""/>
          <p:cNvPicPr/>
          <p:nvPr/>
        </p:nvPicPr>
        <p:blipFill>
          <a:blip r:embed="rId30"/>
          <a:stretch/>
        </p:blipFill>
        <p:spPr>
          <a:xfrm>
            <a:off x="2939040" y="3774600"/>
            <a:ext cx="55134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"/>
          <p:cNvSpPr txBox="1"/>
          <p:nvPr/>
        </p:nvSpPr>
        <p:spPr>
          <a:xfrm>
            <a:off x="2710440" y="37954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8" name=""/>
          <p:cNvPicPr/>
          <p:nvPr/>
        </p:nvPicPr>
        <p:blipFill>
          <a:blip r:embed="rId31"/>
          <a:stretch/>
        </p:blipFill>
        <p:spPr>
          <a:xfrm>
            <a:off x="2939040" y="3937680"/>
            <a:ext cx="25948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9" name=""/>
          <p:cNvSpPr txBox="1"/>
          <p:nvPr/>
        </p:nvSpPr>
        <p:spPr>
          <a:xfrm>
            <a:off x="2710440" y="39585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0" name=""/>
          <p:cNvPicPr/>
          <p:nvPr/>
        </p:nvPicPr>
        <p:blipFill>
          <a:blip r:embed="rId32"/>
          <a:stretch/>
        </p:blipFill>
        <p:spPr>
          <a:xfrm>
            <a:off x="2939040" y="4141800"/>
            <a:ext cx="34754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"/>
          <p:cNvSpPr txBox="1"/>
          <p:nvPr/>
        </p:nvSpPr>
        <p:spPr>
          <a:xfrm>
            <a:off x="2710440" y="41626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2" name=""/>
          <p:cNvPicPr/>
          <p:nvPr/>
        </p:nvPicPr>
        <p:blipFill>
          <a:blip r:embed="rId33"/>
          <a:stretch/>
        </p:blipFill>
        <p:spPr>
          <a:xfrm>
            <a:off x="10346400" y="2709720"/>
            <a:ext cx="16210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"/>
          <p:cNvSpPr/>
          <p:nvPr/>
        </p:nvSpPr>
        <p:spPr>
          <a:xfrm>
            <a:off x="10393560" y="2756880"/>
            <a:ext cx="1531800" cy="1635480"/>
          </a:xfrm>
          <a:custGeom>
            <a:avLst/>
            <a:gdLst/>
            <a:ahLst/>
            <a:rect l="0" t="0" r="r" b="b"/>
            <a:pathLst>
              <a:path w="4255" h="4543">
                <a:moveTo>
                  <a:pt x="0" y="0"/>
                </a:moveTo>
                <a:lnTo>
                  <a:pt x="4255" y="0"/>
                </a:lnTo>
                <a:lnTo>
                  <a:pt x="4255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4" name=""/>
          <p:cNvPicPr/>
          <p:nvPr/>
        </p:nvPicPr>
        <p:blipFill>
          <a:blip r:embed="rId34"/>
          <a:stretch/>
        </p:blipFill>
        <p:spPr>
          <a:xfrm>
            <a:off x="10703520" y="3813840"/>
            <a:ext cx="9716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5" name=""/>
          <p:cNvPicPr/>
          <p:nvPr/>
        </p:nvPicPr>
        <p:blipFill>
          <a:blip r:embed="rId35"/>
          <a:stretch/>
        </p:blipFill>
        <p:spPr>
          <a:xfrm>
            <a:off x="11610720" y="3813840"/>
            <a:ext cx="10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6" name=""/>
          <p:cNvPicPr/>
          <p:nvPr/>
        </p:nvPicPr>
        <p:blipFill>
          <a:blip r:embed="rId36"/>
          <a:stretch/>
        </p:blipFill>
        <p:spPr>
          <a:xfrm>
            <a:off x="10933920" y="3981600"/>
            <a:ext cx="5709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7" name=""/>
          <p:cNvPicPr/>
          <p:nvPr/>
        </p:nvPicPr>
        <p:blipFill>
          <a:blip r:embed="rId37"/>
          <a:stretch/>
        </p:blipFill>
        <p:spPr>
          <a:xfrm>
            <a:off x="10524600" y="3072240"/>
            <a:ext cx="1269000" cy="33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8" name=""/>
          <p:cNvPicPr/>
          <p:nvPr/>
        </p:nvPicPr>
        <p:blipFill>
          <a:blip r:embed="rId38"/>
          <a:stretch/>
        </p:blipFill>
        <p:spPr>
          <a:xfrm>
            <a:off x="2199240" y="454320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"/>
          <p:cNvSpPr/>
          <p:nvPr/>
        </p:nvSpPr>
        <p:spPr>
          <a:xfrm>
            <a:off x="2240280" y="4590000"/>
            <a:ext cx="230760" cy="1635840"/>
          </a:xfrm>
          <a:custGeom>
            <a:avLst/>
            <a:gdLst/>
            <a:ahLst/>
            <a:rect l="0" t="0" r="r" b="b"/>
            <a:pathLst>
              <a:path w="641" h="4544">
                <a:moveTo>
                  <a:pt x="0" y="0"/>
                </a:moveTo>
                <a:lnTo>
                  <a:pt x="641" y="2271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0" name=""/>
          <p:cNvPicPr/>
          <p:nvPr/>
        </p:nvPicPr>
        <p:blipFill>
          <a:blip r:embed="rId39"/>
          <a:stretch/>
        </p:blipFill>
        <p:spPr>
          <a:xfrm>
            <a:off x="259200" y="454320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"/>
          <p:cNvSpPr/>
          <p:nvPr/>
        </p:nvSpPr>
        <p:spPr>
          <a:xfrm>
            <a:off x="307800" y="4590000"/>
            <a:ext cx="1853280" cy="1635840"/>
          </a:xfrm>
          <a:custGeom>
            <a:avLst/>
            <a:gdLst/>
            <a:ahLst/>
            <a:rect l="0" t="0" r="r" b="b"/>
            <a:pathLst>
              <a:path w="5148" h="4544">
                <a:moveTo>
                  <a:pt x="0" y="0"/>
                </a:moveTo>
                <a:lnTo>
                  <a:pt x="5148" y="0"/>
                </a:lnTo>
                <a:lnTo>
                  <a:pt x="5148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6344280" y="4131360"/>
            <a:ext cx="177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491760" y="5081760"/>
            <a:ext cx="15354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18. Accompagnement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604440" y="5244480"/>
            <a:ext cx="13129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à l’urbanisation du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474840" y="5408280"/>
            <a:ext cx="1568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système d’information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6" name=""/>
          <p:cNvPicPr/>
          <p:nvPr/>
        </p:nvPicPr>
        <p:blipFill>
          <a:blip r:embed="rId40"/>
          <a:stretch/>
        </p:blipFill>
        <p:spPr>
          <a:xfrm>
            <a:off x="2466000" y="454320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"/>
          <p:cNvSpPr/>
          <p:nvPr/>
        </p:nvSpPr>
        <p:spPr>
          <a:xfrm>
            <a:off x="2543400" y="4590000"/>
            <a:ext cx="7699680" cy="1635840"/>
          </a:xfrm>
          <a:custGeom>
            <a:avLst/>
            <a:gdLst/>
            <a:ahLst/>
            <a:rect l="0" t="0" r="r" b="b"/>
            <a:pathLst>
              <a:path w="21388" h="4544">
                <a:moveTo>
                  <a:pt x="0" y="0"/>
                </a:moveTo>
                <a:lnTo>
                  <a:pt x="21388" y="0"/>
                </a:lnTo>
                <a:lnTo>
                  <a:pt x="21388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794880" y="5568480"/>
            <a:ext cx="8830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de la banque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9" name=""/>
          <p:cNvPicPr/>
          <p:nvPr/>
        </p:nvPicPr>
        <p:blipFill>
          <a:blip r:embed="rId41"/>
          <a:stretch/>
        </p:blipFill>
        <p:spPr>
          <a:xfrm>
            <a:off x="2937600" y="5064120"/>
            <a:ext cx="42724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"/>
          <p:cNvSpPr txBox="1"/>
          <p:nvPr/>
        </p:nvSpPr>
        <p:spPr>
          <a:xfrm>
            <a:off x="2709000" y="50850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1" name=""/>
          <p:cNvPicPr/>
          <p:nvPr/>
        </p:nvPicPr>
        <p:blipFill>
          <a:blip r:embed="rId42"/>
          <a:stretch/>
        </p:blipFill>
        <p:spPr>
          <a:xfrm>
            <a:off x="2937600" y="5226840"/>
            <a:ext cx="342756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"/>
          <p:cNvSpPr txBox="1"/>
          <p:nvPr/>
        </p:nvSpPr>
        <p:spPr>
          <a:xfrm>
            <a:off x="2709000" y="524772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3" name=""/>
          <p:cNvPicPr/>
          <p:nvPr/>
        </p:nvPicPr>
        <p:blipFill>
          <a:blip r:embed="rId43"/>
          <a:stretch/>
        </p:blipFill>
        <p:spPr>
          <a:xfrm>
            <a:off x="2937600" y="5389200"/>
            <a:ext cx="66236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"/>
          <p:cNvPicPr/>
          <p:nvPr/>
        </p:nvPicPr>
        <p:blipFill>
          <a:blip r:embed="rId44"/>
          <a:stretch/>
        </p:blipFill>
        <p:spPr>
          <a:xfrm>
            <a:off x="9494640" y="5389200"/>
            <a:ext cx="103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"/>
          <p:cNvPicPr/>
          <p:nvPr/>
        </p:nvPicPr>
        <p:blipFill>
          <a:blip r:embed="rId45"/>
          <a:stretch/>
        </p:blipFill>
        <p:spPr>
          <a:xfrm>
            <a:off x="9581760" y="5389200"/>
            <a:ext cx="418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"/>
          <p:cNvSpPr txBox="1"/>
          <p:nvPr/>
        </p:nvSpPr>
        <p:spPr>
          <a:xfrm>
            <a:off x="2709000" y="54097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7" name=""/>
          <p:cNvPicPr/>
          <p:nvPr/>
        </p:nvPicPr>
        <p:blipFill>
          <a:blip r:embed="rId46"/>
          <a:stretch/>
        </p:blipFill>
        <p:spPr>
          <a:xfrm>
            <a:off x="2937600" y="5552280"/>
            <a:ext cx="27140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"/>
          <p:cNvPicPr/>
          <p:nvPr/>
        </p:nvPicPr>
        <p:blipFill>
          <a:blip r:embed="rId47"/>
          <a:stretch/>
        </p:blipFill>
        <p:spPr>
          <a:xfrm>
            <a:off x="10344960" y="4543200"/>
            <a:ext cx="16210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"/>
          <p:cNvSpPr/>
          <p:nvPr/>
        </p:nvSpPr>
        <p:spPr>
          <a:xfrm>
            <a:off x="10392120" y="4590000"/>
            <a:ext cx="1531800" cy="1635840"/>
          </a:xfrm>
          <a:custGeom>
            <a:avLst/>
            <a:gdLst/>
            <a:ahLst/>
            <a:rect l="0" t="0" r="r" b="b"/>
            <a:pathLst>
              <a:path w="4255" h="4544">
                <a:moveTo>
                  <a:pt x="0" y="0"/>
                </a:moveTo>
                <a:lnTo>
                  <a:pt x="4255" y="0"/>
                </a:lnTo>
                <a:lnTo>
                  <a:pt x="4255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0" name=""/>
          <p:cNvPicPr/>
          <p:nvPr/>
        </p:nvPicPr>
        <p:blipFill>
          <a:blip r:embed="rId48"/>
          <a:stretch/>
        </p:blipFill>
        <p:spPr>
          <a:xfrm>
            <a:off x="10519560" y="5663160"/>
            <a:ext cx="1433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1" name=""/>
          <p:cNvPicPr/>
          <p:nvPr/>
        </p:nvPicPr>
        <p:blipFill>
          <a:blip r:embed="rId49"/>
          <a:stretch/>
        </p:blipFill>
        <p:spPr>
          <a:xfrm>
            <a:off x="10796760" y="5830920"/>
            <a:ext cx="8881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2" name=""/>
          <p:cNvPicPr/>
          <p:nvPr/>
        </p:nvPicPr>
        <p:blipFill>
          <a:blip r:embed="rId50"/>
          <a:stretch/>
        </p:blipFill>
        <p:spPr>
          <a:xfrm>
            <a:off x="10535400" y="4889160"/>
            <a:ext cx="1185480" cy="59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"/>
          <p:cNvSpPr txBox="1"/>
          <p:nvPr/>
        </p:nvSpPr>
        <p:spPr>
          <a:xfrm>
            <a:off x="2709000" y="55731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5" name=""/>
          <p:cNvPicPr/>
          <p:nvPr/>
        </p:nvPicPr>
        <p:blipFill>
          <a:blip r:embed="rId1"/>
          <a:stretch/>
        </p:blipFill>
        <p:spPr>
          <a:xfrm>
            <a:off x="11577600" y="6355800"/>
            <a:ext cx="25812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"/>
          <p:cNvPicPr/>
          <p:nvPr/>
        </p:nvPicPr>
        <p:blipFill>
          <a:blip r:embed="rId3"/>
          <a:stretch/>
        </p:blipFill>
        <p:spPr>
          <a:xfrm>
            <a:off x="283680" y="281520"/>
            <a:ext cx="420660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59" name=""/>
          <p:cNvPicPr/>
          <p:nvPr/>
        </p:nvPicPr>
        <p:blipFill>
          <a:blip r:embed="rId4"/>
          <a:stretch/>
        </p:blipFill>
        <p:spPr>
          <a:xfrm>
            <a:off x="2208240" y="95400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"/>
          <p:cNvSpPr/>
          <p:nvPr/>
        </p:nvSpPr>
        <p:spPr>
          <a:xfrm>
            <a:off x="2249280" y="1001160"/>
            <a:ext cx="230400" cy="1635480"/>
          </a:xfrm>
          <a:custGeom>
            <a:avLst/>
            <a:gdLst/>
            <a:ahLst/>
            <a:rect l="0" t="0" r="r" b="b"/>
            <a:pathLst>
              <a:path w="640" h="4543">
                <a:moveTo>
                  <a:pt x="0" y="0"/>
                </a:moveTo>
                <a:lnTo>
                  <a:pt x="640" y="2271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61" name=""/>
          <p:cNvPicPr/>
          <p:nvPr/>
        </p:nvPicPr>
        <p:blipFill>
          <a:blip r:embed="rId5"/>
          <a:stretch/>
        </p:blipFill>
        <p:spPr>
          <a:xfrm>
            <a:off x="268200" y="95400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"/>
          <p:cNvSpPr/>
          <p:nvPr/>
        </p:nvSpPr>
        <p:spPr>
          <a:xfrm>
            <a:off x="316800" y="1001160"/>
            <a:ext cx="1853640" cy="1635480"/>
          </a:xfrm>
          <a:custGeom>
            <a:avLst/>
            <a:gdLst/>
            <a:ahLst/>
            <a:rect l="0" t="0" r="r" b="b"/>
            <a:pathLst>
              <a:path w="5149" h="4543">
                <a:moveTo>
                  <a:pt x="0" y="0"/>
                </a:moveTo>
                <a:lnTo>
                  <a:pt x="5149" y="0"/>
                </a:lnTo>
                <a:lnTo>
                  <a:pt x="5149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569520" y="1654560"/>
            <a:ext cx="13968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19. Gouvernance et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4" name=""/>
          <p:cNvPicPr/>
          <p:nvPr/>
        </p:nvPicPr>
        <p:blipFill>
          <a:blip r:embed="rId6"/>
          <a:stretch/>
        </p:blipFill>
        <p:spPr>
          <a:xfrm>
            <a:off x="2475000" y="95400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"/>
          <p:cNvSpPr/>
          <p:nvPr/>
        </p:nvSpPr>
        <p:spPr>
          <a:xfrm>
            <a:off x="2552400" y="1001160"/>
            <a:ext cx="7699680" cy="1635480"/>
          </a:xfrm>
          <a:custGeom>
            <a:avLst/>
            <a:gdLst/>
            <a:ahLst/>
            <a:rect l="0" t="0" r="r" b="b"/>
            <a:pathLst>
              <a:path w="21388" h="4543">
                <a:moveTo>
                  <a:pt x="0" y="0"/>
                </a:moveTo>
                <a:lnTo>
                  <a:pt x="21388" y="0"/>
                </a:lnTo>
                <a:lnTo>
                  <a:pt x="21388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54400" y="1816200"/>
            <a:ext cx="14274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management des SI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7" name=""/>
          <p:cNvPicPr/>
          <p:nvPr/>
        </p:nvPicPr>
        <p:blipFill>
          <a:blip r:embed="rId7"/>
          <a:stretch/>
        </p:blipFill>
        <p:spPr>
          <a:xfrm>
            <a:off x="2947320" y="1067760"/>
            <a:ext cx="64364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"/>
          <p:cNvSpPr txBox="1"/>
          <p:nvPr/>
        </p:nvSpPr>
        <p:spPr>
          <a:xfrm>
            <a:off x="2718720" y="10882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9" name=""/>
          <p:cNvPicPr/>
          <p:nvPr/>
        </p:nvPicPr>
        <p:blipFill>
          <a:blip r:embed="rId8"/>
          <a:stretch/>
        </p:blipFill>
        <p:spPr>
          <a:xfrm>
            <a:off x="2947320" y="1230840"/>
            <a:ext cx="66380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"/>
          <p:cNvPicPr/>
          <p:nvPr/>
        </p:nvPicPr>
        <p:blipFill>
          <a:blip r:embed="rId9"/>
          <a:stretch/>
        </p:blipFill>
        <p:spPr>
          <a:xfrm>
            <a:off x="2947320" y="1392480"/>
            <a:ext cx="6481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"/>
          <p:cNvPicPr/>
          <p:nvPr/>
        </p:nvPicPr>
        <p:blipFill>
          <a:blip r:embed="rId10"/>
          <a:stretch/>
        </p:blipFill>
        <p:spPr>
          <a:xfrm>
            <a:off x="2947320" y="1555200"/>
            <a:ext cx="34916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"/>
          <p:cNvSpPr txBox="1"/>
          <p:nvPr/>
        </p:nvSpPr>
        <p:spPr>
          <a:xfrm>
            <a:off x="2718720" y="12513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3" name=""/>
          <p:cNvPicPr/>
          <p:nvPr/>
        </p:nvPicPr>
        <p:blipFill>
          <a:blip r:embed="rId11"/>
          <a:stretch/>
        </p:blipFill>
        <p:spPr>
          <a:xfrm>
            <a:off x="2947320" y="1718280"/>
            <a:ext cx="674676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"/>
          <p:cNvSpPr txBox="1"/>
          <p:nvPr/>
        </p:nvSpPr>
        <p:spPr>
          <a:xfrm>
            <a:off x="2718720" y="173880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5" name=""/>
          <p:cNvPicPr/>
          <p:nvPr/>
        </p:nvPicPr>
        <p:blipFill>
          <a:blip r:embed="rId12"/>
          <a:stretch/>
        </p:blipFill>
        <p:spPr>
          <a:xfrm>
            <a:off x="2947320" y="1880280"/>
            <a:ext cx="21110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"/>
          <p:cNvSpPr txBox="1"/>
          <p:nvPr/>
        </p:nvSpPr>
        <p:spPr>
          <a:xfrm>
            <a:off x="2718720" y="19011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7" name=""/>
          <p:cNvPicPr/>
          <p:nvPr/>
        </p:nvPicPr>
        <p:blipFill>
          <a:blip r:embed="rId13"/>
          <a:stretch/>
        </p:blipFill>
        <p:spPr>
          <a:xfrm>
            <a:off x="2947320" y="2043360"/>
            <a:ext cx="25347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"/>
          <p:cNvSpPr txBox="1"/>
          <p:nvPr/>
        </p:nvSpPr>
        <p:spPr>
          <a:xfrm>
            <a:off x="2718720" y="20642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9" name=""/>
          <p:cNvPicPr/>
          <p:nvPr/>
        </p:nvPicPr>
        <p:blipFill>
          <a:blip r:embed="rId14"/>
          <a:stretch/>
        </p:blipFill>
        <p:spPr>
          <a:xfrm>
            <a:off x="2947320" y="2206440"/>
            <a:ext cx="46245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"/>
          <p:cNvSpPr txBox="1"/>
          <p:nvPr/>
        </p:nvSpPr>
        <p:spPr>
          <a:xfrm>
            <a:off x="2718720" y="22273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1" name=""/>
          <p:cNvPicPr/>
          <p:nvPr/>
        </p:nvPicPr>
        <p:blipFill>
          <a:blip r:embed="rId15"/>
          <a:stretch/>
        </p:blipFill>
        <p:spPr>
          <a:xfrm>
            <a:off x="2947320" y="2369520"/>
            <a:ext cx="68101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2" name=""/>
          <p:cNvPicPr/>
          <p:nvPr/>
        </p:nvPicPr>
        <p:blipFill>
          <a:blip r:embed="rId16"/>
          <a:stretch/>
        </p:blipFill>
        <p:spPr>
          <a:xfrm>
            <a:off x="10353960" y="95400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"/>
          <p:cNvSpPr/>
          <p:nvPr/>
        </p:nvSpPr>
        <p:spPr>
          <a:xfrm>
            <a:off x="10401120" y="1001160"/>
            <a:ext cx="1533600" cy="1635480"/>
          </a:xfrm>
          <a:custGeom>
            <a:avLst/>
            <a:gdLst/>
            <a:ahLst/>
            <a:rect l="0" t="0" r="r" b="b"/>
            <a:pathLst>
              <a:path w="4260" h="4543">
                <a:moveTo>
                  <a:pt x="0" y="0"/>
                </a:moveTo>
                <a:lnTo>
                  <a:pt x="4260" y="0"/>
                </a:lnTo>
                <a:lnTo>
                  <a:pt x="4260" y="4543"/>
                </a:lnTo>
                <a:lnTo>
                  <a:pt x="0" y="4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4" name=""/>
          <p:cNvPicPr/>
          <p:nvPr/>
        </p:nvPicPr>
        <p:blipFill>
          <a:blip r:embed="rId17"/>
          <a:stretch/>
        </p:blipFill>
        <p:spPr>
          <a:xfrm>
            <a:off x="10528560" y="2073240"/>
            <a:ext cx="14342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5" name=""/>
          <p:cNvPicPr/>
          <p:nvPr/>
        </p:nvPicPr>
        <p:blipFill>
          <a:blip r:embed="rId18"/>
          <a:stretch/>
        </p:blipFill>
        <p:spPr>
          <a:xfrm>
            <a:off x="10806480" y="2241000"/>
            <a:ext cx="8881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6" name=""/>
          <p:cNvPicPr/>
          <p:nvPr/>
        </p:nvPicPr>
        <p:blipFill>
          <a:blip r:embed="rId19"/>
          <a:stretch/>
        </p:blipFill>
        <p:spPr>
          <a:xfrm>
            <a:off x="10544400" y="1299960"/>
            <a:ext cx="1185480" cy="59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7" name=""/>
          <p:cNvPicPr/>
          <p:nvPr/>
        </p:nvPicPr>
        <p:blipFill>
          <a:blip r:embed="rId20"/>
          <a:stretch/>
        </p:blipFill>
        <p:spPr>
          <a:xfrm>
            <a:off x="2197440" y="2726280"/>
            <a:ext cx="3074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"/>
          <p:cNvSpPr/>
          <p:nvPr/>
        </p:nvSpPr>
        <p:spPr>
          <a:xfrm>
            <a:off x="2238480" y="2773440"/>
            <a:ext cx="230400" cy="1635840"/>
          </a:xfrm>
          <a:custGeom>
            <a:avLst/>
            <a:gdLst/>
            <a:ahLst/>
            <a:rect l="0" t="0" r="r" b="b"/>
            <a:pathLst>
              <a:path w="640" h="4544">
                <a:moveTo>
                  <a:pt x="0" y="0"/>
                </a:moveTo>
                <a:lnTo>
                  <a:pt x="640" y="2271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89" name=""/>
          <p:cNvPicPr/>
          <p:nvPr/>
        </p:nvPicPr>
        <p:blipFill>
          <a:blip r:embed="rId21"/>
          <a:stretch/>
        </p:blipFill>
        <p:spPr>
          <a:xfrm>
            <a:off x="257400" y="2726280"/>
            <a:ext cx="1945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"/>
          <p:cNvSpPr/>
          <p:nvPr/>
        </p:nvSpPr>
        <p:spPr>
          <a:xfrm>
            <a:off x="306000" y="2773440"/>
            <a:ext cx="1853640" cy="1635840"/>
          </a:xfrm>
          <a:custGeom>
            <a:avLst/>
            <a:gdLst/>
            <a:ahLst/>
            <a:rect l="0" t="0" r="r" b="b"/>
            <a:pathLst>
              <a:path w="5149" h="4544">
                <a:moveTo>
                  <a:pt x="0" y="0"/>
                </a:moveTo>
                <a:lnTo>
                  <a:pt x="5149" y="0"/>
                </a:lnTo>
                <a:lnTo>
                  <a:pt x="5149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848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2718720" y="23904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557280" y="3346200"/>
            <a:ext cx="14054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20. Fiabilisation des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566280" y="3509280"/>
            <a:ext cx="13813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données du Groupe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4" name=""/>
          <p:cNvPicPr/>
          <p:nvPr/>
        </p:nvPicPr>
        <p:blipFill>
          <a:blip r:embed="rId22"/>
          <a:stretch/>
        </p:blipFill>
        <p:spPr>
          <a:xfrm>
            <a:off x="2464200" y="2726280"/>
            <a:ext cx="784980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5" name=""/>
          <p:cNvSpPr/>
          <p:nvPr/>
        </p:nvSpPr>
        <p:spPr>
          <a:xfrm>
            <a:off x="2541960" y="2773440"/>
            <a:ext cx="7699320" cy="1635840"/>
          </a:xfrm>
          <a:custGeom>
            <a:avLst/>
            <a:gdLst/>
            <a:ahLst/>
            <a:rect l="0" t="0" r="r" b="b"/>
            <a:pathLst>
              <a:path w="21387" h="4544">
                <a:moveTo>
                  <a:pt x="0" y="0"/>
                </a:moveTo>
                <a:lnTo>
                  <a:pt x="21387" y="0"/>
                </a:lnTo>
                <a:lnTo>
                  <a:pt x="21387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036080" y="3672360"/>
            <a:ext cx="3934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SUNU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7" name=""/>
          <p:cNvPicPr/>
          <p:nvPr/>
        </p:nvPicPr>
        <p:blipFill>
          <a:blip r:embed="rId23"/>
          <a:stretch/>
        </p:blipFill>
        <p:spPr>
          <a:xfrm>
            <a:off x="2936520" y="3003480"/>
            <a:ext cx="56293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"/>
          <p:cNvSpPr txBox="1"/>
          <p:nvPr/>
        </p:nvSpPr>
        <p:spPr>
          <a:xfrm>
            <a:off x="2707920" y="30243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9" name=""/>
          <p:cNvPicPr/>
          <p:nvPr/>
        </p:nvPicPr>
        <p:blipFill>
          <a:blip r:embed="rId24"/>
          <a:stretch/>
        </p:blipFill>
        <p:spPr>
          <a:xfrm>
            <a:off x="2936520" y="3166560"/>
            <a:ext cx="71208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"/>
          <p:cNvSpPr txBox="1"/>
          <p:nvPr/>
        </p:nvSpPr>
        <p:spPr>
          <a:xfrm>
            <a:off x="2707920" y="31874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1" name=""/>
          <p:cNvPicPr/>
          <p:nvPr/>
        </p:nvPicPr>
        <p:blipFill>
          <a:blip r:embed="rId25"/>
          <a:stretch/>
        </p:blipFill>
        <p:spPr>
          <a:xfrm>
            <a:off x="2936520" y="3328200"/>
            <a:ext cx="58557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2" name=""/>
          <p:cNvSpPr txBox="1"/>
          <p:nvPr/>
        </p:nvSpPr>
        <p:spPr>
          <a:xfrm>
            <a:off x="2707920" y="33490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3" name=""/>
          <p:cNvPicPr/>
          <p:nvPr/>
        </p:nvPicPr>
        <p:blipFill>
          <a:blip r:embed="rId26"/>
          <a:stretch/>
        </p:blipFill>
        <p:spPr>
          <a:xfrm>
            <a:off x="2936520" y="3491280"/>
            <a:ext cx="67341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"/>
          <p:cNvSpPr txBox="1"/>
          <p:nvPr/>
        </p:nvSpPr>
        <p:spPr>
          <a:xfrm>
            <a:off x="2707920" y="351216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5" name=""/>
          <p:cNvPicPr/>
          <p:nvPr/>
        </p:nvPicPr>
        <p:blipFill>
          <a:blip r:embed="rId27"/>
          <a:stretch/>
        </p:blipFill>
        <p:spPr>
          <a:xfrm>
            <a:off x="2936520" y="3654360"/>
            <a:ext cx="63860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"/>
          <p:cNvSpPr txBox="1"/>
          <p:nvPr/>
        </p:nvSpPr>
        <p:spPr>
          <a:xfrm>
            <a:off x="2707920" y="367524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7" name=""/>
          <p:cNvPicPr/>
          <p:nvPr/>
        </p:nvPicPr>
        <p:blipFill>
          <a:blip r:embed="rId28"/>
          <a:stretch/>
        </p:blipFill>
        <p:spPr>
          <a:xfrm>
            <a:off x="2936520" y="3816000"/>
            <a:ext cx="4504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"/>
          <p:cNvSpPr txBox="1"/>
          <p:nvPr/>
        </p:nvSpPr>
        <p:spPr>
          <a:xfrm>
            <a:off x="2707920" y="38365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9" name=""/>
          <p:cNvPicPr/>
          <p:nvPr/>
        </p:nvPicPr>
        <p:blipFill>
          <a:blip r:embed="rId29"/>
          <a:stretch/>
        </p:blipFill>
        <p:spPr>
          <a:xfrm>
            <a:off x="2936520" y="3978720"/>
            <a:ext cx="5389920" cy="1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0" name=""/>
          <p:cNvPicPr/>
          <p:nvPr/>
        </p:nvPicPr>
        <p:blipFill>
          <a:blip r:embed="rId30"/>
          <a:stretch/>
        </p:blipFill>
        <p:spPr>
          <a:xfrm>
            <a:off x="10343520" y="2726280"/>
            <a:ext cx="162288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1" name=""/>
          <p:cNvSpPr/>
          <p:nvPr/>
        </p:nvSpPr>
        <p:spPr>
          <a:xfrm>
            <a:off x="10390320" y="2773440"/>
            <a:ext cx="1533600" cy="1635840"/>
          </a:xfrm>
          <a:custGeom>
            <a:avLst/>
            <a:gdLst/>
            <a:ahLst/>
            <a:rect l="0" t="0" r="r" b="b"/>
            <a:pathLst>
              <a:path w="4260" h="4544">
                <a:moveTo>
                  <a:pt x="0" y="0"/>
                </a:moveTo>
                <a:lnTo>
                  <a:pt x="4260" y="0"/>
                </a:lnTo>
                <a:lnTo>
                  <a:pt x="4260" y="4544"/>
                </a:lnTo>
                <a:lnTo>
                  <a:pt x="0" y="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2" name=""/>
          <p:cNvPicPr/>
          <p:nvPr/>
        </p:nvPicPr>
        <p:blipFill>
          <a:blip r:embed="rId31"/>
          <a:stretch/>
        </p:blipFill>
        <p:spPr>
          <a:xfrm>
            <a:off x="10688760" y="4160160"/>
            <a:ext cx="10738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"/>
          <p:cNvPicPr/>
          <p:nvPr/>
        </p:nvPicPr>
        <p:blipFill>
          <a:blip r:embed="rId32"/>
          <a:stretch/>
        </p:blipFill>
        <p:spPr>
          <a:xfrm>
            <a:off x="10482120" y="2993040"/>
            <a:ext cx="1281240" cy="90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"/>
          <p:cNvSpPr txBox="1"/>
          <p:nvPr/>
        </p:nvSpPr>
        <p:spPr>
          <a:xfrm>
            <a:off x="2707920" y="3999240"/>
            <a:ext cx="14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10" b="0" u="none" strike="noStrike">
                <a:solidFill>
                  <a:srgbClr val="F8475E"/>
                </a:solidFill>
                <a:effectLst/>
                <a:uFillTx/>
                <a:latin typeface="13"/>
                <a:ea typeface="13"/>
              </a:rPr>
              <a:t>▪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6" name=""/>
          <p:cNvPicPr/>
          <p:nvPr/>
        </p:nvPicPr>
        <p:blipFill>
          <a:blip r:embed="rId1"/>
          <a:stretch/>
        </p:blipFill>
        <p:spPr>
          <a:xfrm>
            <a:off x="11574360" y="6355800"/>
            <a:ext cx="26712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7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"/>
          <p:cNvPicPr/>
          <p:nvPr/>
        </p:nvPicPr>
        <p:blipFill>
          <a:blip r:embed="rId3"/>
          <a:stretch/>
        </p:blipFill>
        <p:spPr>
          <a:xfrm>
            <a:off x="283680" y="282600"/>
            <a:ext cx="494028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03120" y="979920"/>
            <a:ext cx="11553840" cy="5376960"/>
          </a:xfrm>
          <a:custGeom>
            <a:avLst/>
            <a:gdLst/>
            <a:ahLst/>
            <a:rect l="0" t="0" r="r" b="b"/>
            <a:pathLst>
              <a:path w="32094" h="14936">
                <a:moveTo>
                  <a:pt x="0" y="0"/>
                </a:moveTo>
                <a:lnTo>
                  <a:pt x="32094" y="0"/>
                </a:lnTo>
                <a:lnTo>
                  <a:pt x="32094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1" name=""/>
          <p:cNvPicPr/>
          <p:nvPr/>
        </p:nvPicPr>
        <p:blipFill>
          <a:blip r:embed="rId4"/>
          <a:stretch/>
        </p:blipFill>
        <p:spPr>
          <a:xfrm>
            <a:off x="3183840" y="1080360"/>
            <a:ext cx="1299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"/>
          <p:cNvPicPr/>
          <p:nvPr/>
        </p:nvPicPr>
        <p:blipFill>
          <a:blip r:embed="rId5"/>
          <a:stretch/>
        </p:blipFill>
        <p:spPr>
          <a:xfrm>
            <a:off x="3412440" y="1080360"/>
            <a:ext cx="52502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3" name=""/>
          <p:cNvPicPr/>
          <p:nvPr/>
        </p:nvPicPr>
        <p:blipFill>
          <a:blip r:embed="rId6"/>
          <a:stretch/>
        </p:blipFill>
        <p:spPr>
          <a:xfrm>
            <a:off x="8587080" y="1080360"/>
            <a:ext cx="103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"/>
          <p:cNvPicPr/>
          <p:nvPr/>
        </p:nvPicPr>
        <p:blipFill>
          <a:blip r:embed="rId7"/>
          <a:stretch/>
        </p:blipFill>
        <p:spPr>
          <a:xfrm>
            <a:off x="8638920" y="1080360"/>
            <a:ext cx="4204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"/>
          <p:cNvPicPr/>
          <p:nvPr/>
        </p:nvPicPr>
        <p:blipFill>
          <a:blip r:embed="rId8"/>
          <a:stretch/>
        </p:blipFill>
        <p:spPr>
          <a:xfrm>
            <a:off x="448200" y="1362600"/>
            <a:ext cx="3436200" cy="492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6" name=""/>
          <p:cNvPicPr/>
          <p:nvPr/>
        </p:nvPicPr>
        <p:blipFill>
          <a:blip r:embed="rId9"/>
          <a:stretch/>
        </p:blipFill>
        <p:spPr>
          <a:xfrm>
            <a:off x="8366760" y="1377720"/>
            <a:ext cx="3322080" cy="489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7" name=""/>
          <p:cNvPicPr/>
          <p:nvPr/>
        </p:nvPicPr>
        <p:blipFill>
          <a:blip r:embed="rId10"/>
          <a:stretch/>
        </p:blipFill>
        <p:spPr>
          <a:xfrm>
            <a:off x="4456080" y="1332000"/>
            <a:ext cx="3338640" cy="499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9" name=""/>
          <p:cNvPicPr/>
          <p:nvPr/>
        </p:nvPicPr>
        <p:blipFill>
          <a:blip r:embed="rId1"/>
          <a:stretch/>
        </p:blipFill>
        <p:spPr>
          <a:xfrm>
            <a:off x="11576160" y="6355800"/>
            <a:ext cx="26244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0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"/>
          <p:cNvPicPr/>
          <p:nvPr/>
        </p:nvPicPr>
        <p:blipFill>
          <a:blip r:embed="rId3"/>
          <a:stretch/>
        </p:blipFill>
        <p:spPr>
          <a:xfrm>
            <a:off x="283680" y="282600"/>
            <a:ext cx="499536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4" name=""/>
          <p:cNvPicPr/>
          <p:nvPr/>
        </p:nvPicPr>
        <p:blipFill>
          <a:blip r:embed="rId4"/>
          <a:stretch/>
        </p:blipFill>
        <p:spPr>
          <a:xfrm>
            <a:off x="437400" y="1076040"/>
            <a:ext cx="1785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5" name=""/>
          <p:cNvPicPr/>
          <p:nvPr/>
        </p:nvPicPr>
        <p:blipFill>
          <a:blip r:embed="rId5"/>
          <a:stretch/>
        </p:blipFill>
        <p:spPr>
          <a:xfrm>
            <a:off x="666360" y="1080360"/>
            <a:ext cx="5275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"/>
          <p:cNvPicPr/>
          <p:nvPr/>
        </p:nvPicPr>
        <p:blipFill>
          <a:blip r:embed="rId6"/>
          <a:stretch/>
        </p:blipFill>
        <p:spPr>
          <a:xfrm>
            <a:off x="2259000" y="1243440"/>
            <a:ext cx="20487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8" name=""/>
          <p:cNvPicPr/>
          <p:nvPr/>
        </p:nvPicPr>
        <p:blipFill>
          <a:blip r:embed="rId7"/>
          <a:stretch/>
        </p:blipFill>
        <p:spPr>
          <a:xfrm>
            <a:off x="7115400" y="1076040"/>
            <a:ext cx="1778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"/>
          <p:cNvPicPr/>
          <p:nvPr/>
        </p:nvPicPr>
        <p:blipFill>
          <a:blip r:embed="rId8"/>
          <a:stretch/>
        </p:blipFill>
        <p:spPr>
          <a:xfrm>
            <a:off x="7420320" y="1080360"/>
            <a:ext cx="36558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0" name=""/>
          <p:cNvPicPr/>
          <p:nvPr/>
        </p:nvPicPr>
        <p:blipFill>
          <a:blip r:embed="rId9"/>
          <a:stretch/>
        </p:blipFill>
        <p:spPr>
          <a:xfrm>
            <a:off x="1348920" y="1551600"/>
            <a:ext cx="3570480" cy="464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"/>
          <p:cNvPicPr/>
          <p:nvPr/>
        </p:nvPicPr>
        <p:blipFill>
          <a:blip r:embed="rId10"/>
          <a:stretch/>
        </p:blipFill>
        <p:spPr>
          <a:xfrm>
            <a:off x="7563600" y="1382400"/>
            <a:ext cx="3355560" cy="48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3" name=""/>
          <p:cNvPicPr/>
          <p:nvPr/>
        </p:nvPicPr>
        <p:blipFill>
          <a:blip r:embed="rId1"/>
          <a:stretch/>
        </p:blipFill>
        <p:spPr>
          <a:xfrm>
            <a:off x="11556360" y="6355800"/>
            <a:ext cx="3196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4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5" name=""/>
          <p:cNvPicPr/>
          <p:nvPr/>
        </p:nvPicPr>
        <p:blipFill>
          <a:blip r:embed="rId3"/>
          <a:stretch/>
        </p:blipFill>
        <p:spPr>
          <a:xfrm>
            <a:off x="283680" y="282600"/>
            <a:ext cx="499536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303120" y="979920"/>
            <a:ext cx="11553840" cy="5376960"/>
          </a:xfrm>
          <a:custGeom>
            <a:avLst/>
            <a:gdLst/>
            <a:ahLst/>
            <a:rect l="0" t="0" r="r" b="b"/>
            <a:pathLst>
              <a:path w="32094" h="14936">
                <a:moveTo>
                  <a:pt x="0" y="0"/>
                </a:moveTo>
                <a:lnTo>
                  <a:pt x="32094" y="0"/>
                </a:lnTo>
                <a:lnTo>
                  <a:pt x="32094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8" name=""/>
          <p:cNvPicPr/>
          <p:nvPr/>
        </p:nvPicPr>
        <p:blipFill>
          <a:blip r:embed="rId4"/>
          <a:stretch/>
        </p:blipFill>
        <p:spPr>
          <a:xfrm>
            <a:off x="3310560" y="1076040"/>
            <a:ext cx="19836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9" name=""/>
          <p:cNvPicPr/>
          <p:nvPr/>
        </p:nvPicPr>
        <p:blipFill>
          <a:blip r:embed="rId5"/>
          <a:stretch/>
        </p:blipFill>
        <p:spPr>
          <a:xfrm>
            <a:off x="3539160" y="1080360"/>
            <a:ext cx="53816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0" name=""/>
          <p:cNvPicPr/>
          <p:nvPr/>
        </p:nvPicPr>
        <p:blipFill>
          <a:blip r:embed="rId6"/>
          <a:stretch/>
        </p:blipFill>
        <p:spPr>
          <a:xfrm>
            <a:off x="601920" y="1420200"/>
            <a:ext cx="3436200" cy="481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1" name=""/>
          <p:cNvPicPr/>
          <p:nvPr/>
        </p:nvPicPr>
        <p:blipFill>
          <a:blip r:embed="rId7"/>
          <a:stretch/>
        </p:blipFill>
        <p:spPr>
          <a:xfrm>
            <a:off x="4514040" y="1420200"/>
            <a:ext cx="3328200" cy="481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"/>
          <p:cNvPicPr/>
          <p:nvPr/>
        </p:nvPicPr>
        <p:blipFill>
          <a:blip r:embed="rId8"/>
          <a:stretch/>
        </p:blipFill>
        <p:spPr>
          <a:xfrm>
            <a:off x="8318160" y="1420200"/>
            <a:ext cx="3358440" cy="481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4" name=""/>
          <p:cNvPicPr/>
          <p:nvPr/>
        </p:nvPicPr>
        <p:blipFill>
          <a:blip r:embed="rId1"/>
          <a:stretch/>
        </p:blipFill>
        <p:spPr>
          <a:xfrm>
            <a:off x="11580480" y="6355800"/>
            <a:ext cx="24876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5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6" name=""/>
          <p:cNvPicPr/>
          <p:nvPr/>
        </p:nvPicPr>
        <p:blipFill>
          <a:blip r:embed="rId3"/>
          <a:stretch/>
        </p:blipFill>
        <p:spPr>
          <a:xfrm>
            <a:off x="283680" y="282600"/>
            <a:ext cx="502344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303120" y="979920"/>
            <a:ext cx="11553840" cy="5376960"/>
          </a:xfrm>
          <a:custGeom>
            <a:avLst/>
            <a:gdLst/>
            <a:ahLst/>
            <a:rect l="0" t="0" r="r" b="b"/>
            <a:pathLst>
              <a:path w="32094" h="14936">
                <a:moveTo>
                  <a:pt x="0" y="0"/>
                </a:moveTo>
                <a:lnTo>
                  <a:pt x="32094" y="0"/>
                </a:lnTo>
                <a:lnTo>
                  <a:pt x="32094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9" name=""/>
          <p:cNvPicPr/>
          <p:nvPr/>
        </p:nvPicPr>
        <p:blipFill>
          <a:blip r:embed="rId4"/>
          <a:stretch/>
        </p:blipFill>
        <p:spPr>
          <a:xfrm>
            <a:off x="3499200" y="1076040"/>
            <a:ext cx="1778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0" name=""/>
          <p:cNvPicPr/>
          <p:nvPr/>
        </p:nvPicPr>
        <p:blipFill>
          <a:blip r:embed="rId5"/>
          <a:stretch/>
        </p:blipFill>
        <p:spPr>
          <a:xfrm>
            <a:off x="3727800" y="1080360"/>
            <a:ext cx="50043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1" name=""/>
          <p:cNvPicPr/>
          <p:nvPr/>
        </p:nvPicPr>
        <p:blipFill>
          <a:blip r:embed="rId6"/>
          <a:stretch/>
        </p:blipFill>
        <p:spPr>
          <a:xfrm>
            <a:off x="629280" y="1514880"/>
            <a:ext cx="3244320" cy="472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"/>
          <p:cNvPicPr/>
          <p:nvPr/>
        </p:nvPicPr>
        <p:blipFill>
          <a:blip r:embed="rId7"/>
          <a:stretch/>
        </p:blipFill>
        <p:spPr>
          <a:xfrm>
            <a:off x="8147160" y="1514880"/>
            <a:ext cx="3414960" cy="477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3" name=""/>
          <p:cNvPicPr/>
          <p:nvPr/>
        </p:nvPicPr>
        <p:blipFill>
          <a:blip r:embed="rId8"/>
          <a:stretch/>
        </p:blipFill>
        <p:spPr>
          <a:xfrm>
            <a:off x="4372200" y="1513440"/>
            <a:ext cx="3276360" cy="472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5" name=""/>
          <p:cNvPicPr/>
          <p:nvPr/>
        </p:nvPicPr>
        <p:blipFill>
          <a:blip r:embed="rId1"/>
          <a:stretch/>
        </p:blipFill>
        <p:spPr>
          <a:xfrm>
            <a:off x="11563920" y="6355800"/>
            <a:ext cx="29700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7" name=""/>
          <p:cNvPicPr/>
          <p:nvPr/>
        </p:nvPicPr>
        <p:blipFill>
          <a:blip r:embed="rId3"/>
          <a:stretch/>
        </p:blipFill>
        <p:spPr>
          <a:xfrm>
            <a:off x="283680" y="282600"/>
            <a:ext cx="499680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0" name=""/>
          <p:cNvPicPr/>
          <p:nvPr/>
        </p:nvPicPr>
        <p:blipFill>
          <a:blip r:embed="rId4"/>
          <a:stretch/>
        </p:blipFill>
        <p:spPr>
          <a:xfrm>
            <a:off x="968040" y="1080360"/>
            <a:ext cx="2109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"/>
          <p:cNvPicPr/>
          <p:nvPr/>
        </p:nvPicPr>
        <p:blipFill>
          <a:blip r:embed="rId5"/>
          <a:stretch/>
        </p:blipFill>
        <p:spPr>
          <a:xfrm>
            <a:off x="1126440" y="1080360"/>
            <a:ext cx="42501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2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3" name=""/>
          <p:cNvPicPr/>
          <p:nvPr/>
        </p:nvPicPr>
        <p:blipFill>
          <a:blip r:embed="rId6"/>
          <a:stretch/>
        </p:blipFill>
        <p:spPr>
          <a:xfrm>
            <a:off x="6646320" y="1076040"/>
            <a:ext cx="184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4" name=""/>
          <p:cNvPicPr/>
          <p:nvPr/>
        </p:nvPicPr>
        <p:blipFill>
          <a:blip r:embed="rId7"/>
          <a:stretch/>
        </p:blipFill>
        <p:spPr>
          <a:xfrm>
            <a:off x="6874920" y="1080360"/>
            <a:ext cx="46710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5" name=""/>
          <p:cNvPicPr/>
          <p:nvPr/>
        </p:nvPicPr>
        <p:blipFill>
          <a:blip r:embed="rId8"/>
          <a:stretch/>
        </p:blipFill>
        <p:spPr>
          <a:xfrm>
            <a:off x="1464480" y="1316880"/>
            <a:ext cx="3503160" cy="483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"/>
          <p:cNvPicPr/>
          <p:nvPr/>
        </p:nvPicPr>
        <p:blipFill>
          <a:blip r:embed="rId9"/>
          <a:stretch/>
        </p:blipFill>
        <p:spPr>
          <a:xfrm>
            <a:off x="7498080" y="1316880"/>
            <a:ext cx="3430080" cy="490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8" name=""/>
          <p:cNvPicPr/>
          <p:nvPr/>
        </p:nvPicPr>
        <p:blipFill>
          <a:blip r:embed="rId1"/>
          <a:stretch/>
        </p:blipFill>
        <p:spPr>
          <a:xfrm>
            <a:off x="11563920" y="6355800"/>
            <a:ext cx="29916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9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0" name=""/>
          <p:cNvPicPr/>
          <p:nvPr/>
        </p:nvPicPr>
        <p:blipFill>
          <a:blip r:embed="rId3"/>
          <a:stretch/>
        </p:blipFill>
        <p:spPr>
          <a:xfrm>
            <a:off x="283680" y="282600"/>
            <a:ext cx="500796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3" name=""/>
          <p:cNvPicPr/>
          <p:nvPr/>
        </p:nvPicPr>
        <p:blipFill>
          <a:blip r:embed="rId4"/>
          <a:stretch/>
        </p:blipFill>
        <p:spPr>
          <a:xfrm>
            <a:off x="403920" y="1080360"/>
            <a:ext cx="1854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4" name=""/>
          <p:cNvPicPr/>
          <p:nvPr/>
        </p:nvPicPr>
        <p:blipFill>
          <a:blip r:embed="rId5"/>
          <a:stretch/>
        </p:blipFill>
        <p:spPr>
          <a:xfrm>
            <a:off x="632880" y="1080360"/>
            <a:ext cx="53445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5" name=""/>
          <p:cNvPicPr/>
          <p:nvPr/>
        </p:nvPicPr>
        <p:blipFill>
          <a:blip r:embed="rId6"/>
          <a:stretch/>
        </p:blipFill>
        <p:spPr>
          <a:xfrm>
            <a:off x="1582200" y="1243440"/>
            <a:ext cx="340884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7" name=""/>
          <p:cNvPicPr/>
          <p:nvPr/>
        </p:nvPicPr>
        <p:blipFill>
          <a:blip r:embed="rId7"/>
          <a:stretch/>
        </p:blipFill>
        <p:spPr>
          <a:xfrm>
            <a:off x="6734520" y="1076040"/>
            <a:ext cx="187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"/>
          <p:cNvPicPr/>
          <p:nvPr/>
        </p:nvPicPr>
        <p:blipFill>
          <a:blip r:embed="rId8"/>
          <a:stretch/>
        </p:blipFill>
        <p:spPr>
          <a:xfrm>
            <a:off x="6963120" y="1080360"/>
            <a:ext cx="44949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9" name=""/>
          <p:cNvPicPr/>
          <p:nvPr/>
        </p:nvPicPr>
        <p:blipFill>
          <a:blip r:embed="rId9"/>
          <a:stretch/>
        </p:blipFill>
        <p:spPr>
          <a:xfrm>
            <a:off x="7717680" y="1366920"/>
            <a:ext cx="3090240" cy="491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"/>
          <p:cNvPicPr/>
          <p:nvPr/>
        </p:nvPicPr>
        <p:blipFill>
          <a:blip r:embed="rId10"/>
          <a:stretch/>
        </p:blipFill>
        <p:spPr>
          <a:xfrm>
            <a:off x="1507320" y="1513440"/>
            <a:ext cx="3297600" cy="462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2" name=""/>
          <p:cNvPicPr/>
          <p:nvPr/>
        </p:nvPicPr>
        <p:blipFill>
          <a:blip r:embed="rId1"/>
          <a:stretch/>
        </p:blipFill>
        <p:spPr>
          <a:xfrm>
            <a:off x="11556360" y="6355800"/>
            <a:ext cx="32184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3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5" name=""/>
          <p:cNvPicPr/>
          <p:nvPr/>
        </p:nvPicPr>
        <p:blipFill>
          <a:blip r:embed="rId3"/>
          <a:stretch/>
        </p:blipFill>
        <p:spPr>
          <a:xfrm>
            <a:off x="498240" y="1076040"/>
            <a:ext cx="24768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"/>
          <p:cNvPicPr/>
          <p:nvPr/>
        </p:nvPicPr>
        <p:blipFill>
          <a:blip r:embed="rId4"/>
          <a:stretch/>
        </p:blipFill>
        <p:spPr>
          <a:xfrm>
            <a:off x="726840" y="1080360"/>
            <a:ext cx="50601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7" name=""/>
          <p:cNvPicPr/>
          <p:nvPr/>
        </p:nvPicPr>
        <p:blipFill>
          <a:blip r:embed="rId5"/>
          <a:stretch/>
        </p:blipFill>
        <p:spPr>
          <a:xfrm>
            <a:off x="5717160" y="1080360"/>
            <a:ext cx="103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"/>
          <p:cNvPicPr/>
          <p:nvPr/>
        </p:nvPicPr>
        <p:blipFill>
          <a:blip r:embed="rId6"/>
          <a:stretch/>
        </p:blipFill>
        <p:spPr>
          <a:xfrm>
            <a:off x="3081960" y="1243440"/>
            <a:ext cx="4168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0" name=""/>
          <p:cNvPicPr/>
          <p:nvPr/>
        </p:nvPicPr>
        <p:blipFill>
          <a:blip r:embed="rId7"/>
          <a:stretch/>
        </p:blipFill>
        <p:spPr>
          <a:xfrm>
            <a:off x="7371720" y="1076040"/>
            <a:ext cx="1926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"/>
          <p:cNvPicPr/>
          <p:nvPr/>
        </p:nvPicPr>
        <p:blipFill>
          <a:blip r:embed="rId8"/>
          <a:stretch/>
        </p:blipFill>
        <p:spPr>
          <a:xfrm>
            <a:off x="7600320" y="1080360"/>
            <a:ext cx="32202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2" name=""/>
          <p:cNvPicPr/>
          <p:nvPr/>
        </p:nvPicPr>
        <p:blipFill>
          <a:blip r:embed="rId9"/>
          <a:stretch/>
        </p:blipFill>
        <p:spPr>
          <a:xfrm>
            <a:off x="1600200" y="1580400"/>
            <a:ext cx="3232080" cy="46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3" name=""/>
          <p:cNvPicPr/>
          <p:nvPr/>
        </p:nvPicPr>
        <p:blipFill>
          <a:blip r:embed="rId10"/>
          <a:stretch/>
        </p:blipFill>
        <p:spPr>
          <a:xfrm>
            <a:off x="7717680" y="1356480"/>
            <a:ext cx="3142080" cy="487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4" name=""/>
          <p:cNvPicPr/>
          <p:nvPr/>
        </p:nvPicPr>
        <p:blipFill>
          <a:blip r:embed="rId11"/>
          <a:stretch/>
        </p:blipFill>
        <p:spPr>
          <a:xfrm>
            <a:off x="283680" y="282600"/>
            <a:ext cx="500328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7" name=""/>
          <p:cNvPicPr/>
          <p:nvPr/>
        </p:nvPicPr>
        <p:blipFill>
          <a:blip r:embed="rId1"/>
          <a:stretch/>
        </p:blipFill>
        <p:spPr>
          <a:xfrm>
            <a:off x="11563920" y="6355800"/>
            <a:ext cx="29916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8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0" name=""/>
          <p:cNvPicPr/>
          <p:nvPr/>
        </p:nvPicPr>
        <p:blipFill>
          <a:blip r:embed="rId3"/>
          <a:stretch/>
        </p:blipFill>
        <p:spPr>
          <a:xfrm>
            <a:off x="992520" y="1076040"/>
            <a:ext cx="2311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1" name=""/>
          <p:cNvPicPr/>
          <p:nvPr/>
        </p:nvPicPr>
        <p:blipFill>
          <a:blip r:embed="rId4"/>
          <a:stretch/>
        </p:blipFill>
        <p:spPr>
          <a:xfrm>
            <a:off x="1221120" y="1080360"/>
            <a:ext cx="35780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2" name=""/>
          <p:cNvPicPr/>
          <p:nvPr/>
        </p:nvPicPr>
        <p:blipFill>
          <a:blip r:embed="rId5"/>
          <a:stretch/>
        </p:blipFill>
        <p:spPr>
          <a:xfrm>
            <a:off x="4725000" y="1080360"/>
            <a:ext cx="6285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3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4" name=""/>
          <p:cNvPicPr/>
          <p:nvPr/>
        </p:nvPicPr>
        <p:blipFill>
          <a:blip r:embed="rId6"/>
          <a:stretch/>
        </p:blipFill>
        <p:spPr>
          <a:xfrm>
            <a:off x="7382160" y="1076040"/>
            <a:ext cx="2311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5" name=""/>
          <p:cNvPicPr/>
          <p:nvPr/>
        </p:nvPicPr>
        <p:blipFill>
          <a:blip r:embed="rId7"/>
          <a:stretch/>
        </p:blipFill>
        <p:spPr>
          <a:xfrm>
            <a:off x="7610760" y="1080360"/>
            <a:ext cx="31982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6" name=""/>
          <p:cNvPicPr/>
          <p:nvPr/>
        </p:nvPicPr>
        <p:blipFill>
          <a:blip r:embed="rId8"/>
          <a:stretch/>
        </p:blipFill>
        <p:spPr>
          <a:xfrm>
            <a:off x="7604640" y="1501200"/>
            <a:ext cx="3352320" cy="475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7" name=""/>
          <p:cNvPicPr/>
          <p:nvPr/>
        </p:nvPicPr>
        <p:blipFill>
          <a:blip r:embed="rId9"/>
          <a:stretch/>
        </p:blipFill>
        <p:spPr>
          <a:xfrm>
            <a:off x="1470600" y="1318320"/>
            <a:ext cx="3497400" cy="500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8" name=""/>
          <p:cNvPicPr/>
          <p:nvPr/>
        </p:nvPicPr>
        <p:blipFill>
          <a:blip r:embed="rId10"/>
          <a:stretch/>
        </p:blipFill>
        <p:spPr>
          <a:xfrm>
            <a:off x="283680" y="282600"/>
            <a:ext cx="501408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9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1" name=""/>
          <p:cNvPicPr/>
          <p:nvPr/>
        </p:nvPicPr>
        <p:blipFill>
          <a:blip r:embed="rId1"/>
          <a:stretch/>
        </p:blipFill>
        <p:spPr>
          <a:xfrm>
            <a:off x="11559240" y="6355800"/>
            <a:ext cx="3106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2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4" name=""/>
          <p:cNvPicPr/>
          <p:nvPr/>
        </p:nvPicPr>
        <p:blipFill>
          <a:blip r:embed="rId3"/>
          <a:stretch/>
        </p:blipFill>
        <p:spPr>
          <a:xfrm>
            <a:off x="402480" y="1076040"/>
            <a:ext cx="2498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5" name=""/>
          <p:cNvPicPr/>
          <p:nvPr/>
        </p:nvPicPr>
        <p:blipFill>
          <a:blip r:embed="rId4"/>
          <a:stretch/>
        </p:blipFill>
        <p:spPr>
          <a:xfrm>
            <a:off x="631080" y="1080360"/>
            <a:ext cx="53434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6" name=""/>
          <p:cNvPicPr/>
          <p:nvPr/>
        </p:nvPicPr>
        <p:blipFill>
          <a:blip r:embed="rId5"/>
          <a:stretch/>
        </p:blipFill>
        <p:spPr>
          <a:xfrm>
            <a:off x="2877480" y="1243440"/>
            <a:ext cx="82296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8" name=""/>
          <p:cNvPicPr/>
          <p:nvPr/>
        </p:nvPicPr>
        <p:blipFill>
          <a:blip r:embed="rId6"/>
          <a:stretch/>
        </p:blipFill>
        <p:spPr>
          <a:xfrm>
            <a:off x="7313760" y="1076040"/>
            <a:ext cx="2311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9" name=""/>
          <p:cNvPicPr/>
          <p:nvPr/>
        </p:nvPicPr>
        <p:blipFill>
          <a:blip r:embed="rId7"/>
          <a:stretch/>
        </p:blipFill>
        <p:spPr>
          <a:xfrm>
            <a:off x="7542360" y="1080360"/>
            <a:ext cx="33336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0" name=""/>
          <p:cNvPicPr/>
          <p:nvPr/>
        </p:nvPicPr>
        <p:blipFill>
          <a:blip r:embed="rId8"/>
          <a:stretch/>
        </p:blipFill>
        <p:spPr>
          <a:xfrm>
            <a:off x="7574400" y="1397520"/>
            <a:ext cx="3264120" cy="471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1" name=""/>
          <p:cNvPicPr/>
          <p:nvPr/>
        </p:nvPicPr>
        <p:blipFill>
          <a:blip r:embed="rId9"/>
          <a:stretch/>
        </p:blipFill>
        <p:spPr>
          <a:xfrm>
            <a:off x="1422000" y="1397520"/>
            <a:ext cx="3587040" cy="484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2" name=""/>
          <p:cNvPicPr/>
          <p:nvPr/>
        </p:nvPicPr>
        <p:blipFill>
          <a:blip r:embed="rId10"/>
          <a:stretch/>
        </p:blipFill>
        <p:spPr>
          <a:xfrm>
            <a:off x="283680" y="282600"/>
            <a:ext cx="500796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3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5" name=""/>
          <p:cNvPicPr/>
          <p:nvPr/>
        </p:nvPicPr>
        <p:blipFill>
          <a:blip r:embed="rId1"/>
          <a:stretch/>
        </p:blipFill>
        <p:spPr>
          <a:xfrm>
            <a:off x="11560680" y="6355800"/>
            <a:ext cx="30600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6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7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8" name=""/>
          <p:cNvPicPr/>
          <p:nvPr/>
        </p:nvPicPr>
        <p:blipFill>
          <a:blip r:embed="rId3"/>
          <a:stretch/>
        </p:blipFill>
        <p:spPr>
          <a:xfrm>
            <a:off x="861480" y="1076040"/>
            <a:ext cx="2394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9" name=""/>
          <p:cNvPicPr/>
          <p:nvPr/>
        </p:nvPicPr>
        <p:blipFill>
          <a:blip r:embed="rId4"/>
          <a:stretch/>
        </p:blipFill>
        <p:spPr>
          <a:xfrm>
            <a:off x="1090080" y="1080360"/>
            <a:ext cx="40280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0" name=""/>
          <p:cNvPicPr/>
          <p:nvPr/>
        </p:nvPicPr>
        <p:blipFill>
          <a:blip r:embed="rId5"/>
          <a:stretch/>
        </p:blipFill>
        <p:spPr>
          <a:xfrm>
            <a:off x="5051160" y="1080360"/>
            <a:ext cx="10332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1" name=""/>
          <p:cNvPicPr/>
          <p:nvPr/>
        </p:nvPicPr>
        <p:blipFill>
          <a:blip r:embed="rId6"/>
          <a:stretch/>
        </p:blipFill>
        <p:spPr>
          <a:xfrm>
            <a:off x="5103000" y="1080360"/>
            <a:ext cx="38052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2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3" name=""/>
          <p:cNvPicPr/>
          <p:nvPr/>
        </p:nvPicPr>
        <p:blipFill>
          <a:blip r:embed="rId7"/>
          <a:stretch/>
        </p:blipFill>
        <p:spPr>
          <a:xfrm>
            <a:off x="7799760" y="1076040"/>
            <a:ext cx="23724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4" name=""/>
          <p:cNvPicPr/>
          <p:nvPr/>
        </p:nvPicPr>
        <p:blipFill>
          <a:blip r:embed="rId8"/>
          <a:stretch/>
        </p:blipFill>
        <p:spPr>
          <a:xfrm>
            <a:off x="8028360" y="1080360"/>
            <a:ext cx="236268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5" name=""/>
          <p:cNvPicPr/>
          <p:nvPr/>
        </p:nvPicPr>
        <p:blipFill>
          <a:blip r:embed="rId9"/>
          <a:stretch/>
        </p:blipFill>
        <p:spPr>
          <a:xfrm>
            <a:off x="1469160" y="1577520"/>
            <a:ext cx="3354120" cy="47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6" name=""/>
          <p:cNvPicPr/>
          <p:nvPr/>
        </p:nvPicPr>
        <p:blipFill>
          <a:blip r:embed="rId10"/>
          <a:stretch/>
        </p:blipFill>
        <p:spPr>
          <a:xfrm>
            <a:off x="7485840" y="1511640"/>
            <a:ext cx="3494160" cy="48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7" name=""/>
          <p:cNvPicPr/>
          <p:nvPr/>
        </p:nvPicPr>
        <p:blipFill>
          <a:blip r:embed="rId11"/>
          <a:stretch/>
        </p:blipFill>
        <p:spPr>
          <a:xfrm>
            <a:off x="283680" y="282600"/>
            <a:ext cx="512640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8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0" name=""/>
          <p:cNvPicPr/>
          <p:nvPr/>
        </p:nvPicPr>
        <p:blipFill>
          <a:blip r:embed="rId1"/>
          <a:stretch/>
        </p:blipFill>
        <p:spPr>
          <a:xfrm>
            <a:off x="11557800" y="6355800"/>
            <a:ext cx="31500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1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3" name=""/>
          <p:cNvPicPr/>
          <p:nvPr/>
        </p:nvPicPr>
        <p:blipFill>
          <a:blip r:embed="rId3"/>
          <a:stretch/>
        </p:blipFill>
        <p:spPr>
          <a:xfrm>
            <a:off x="659880" y="1076040"/>
            <a:ext cx="24372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4" name=""/>
          <p:cNvPicPr/>
          <p:nvPr/>
        </p:nvPicPr>
        <p:blipFill>
          <a:blip r:embed="rId4"/>
          <a:stretch/>
        </p:blipFill>
        <p:spPr>
          <a:xfrm>
            <a:off x="888840" y="1080360"/>
            <a:ext cx="483336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5" name=""/>
          <p:cNvPicPr/>
          <p:nvPr/>
        </p:nvPicPr>
        <p:blipFill>
          <a:blip r:embed="rId5"/>
          <a:stretch/>
        </p:blipFill>
        <p:spPr>
          <a:xfrm>
            <a:off x="2978280" y="1243440"/>
            <a:ext cx="6310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"/>
          <p:cNvSpPr/>
          <p:nvPr/>
        </p:nvSpPr>
        <p:spPr>
          <a:xfrm>
            <a:off x="62269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7" name=""/>
          <p:cNvPicPr/>
          <p:nvPr/>
        </p:nvPicPr>
        <p:blipFill>
          <a:blip r:embed="rId6"/>
          <a:stretch/>
        </p:blipFill>
        <p:spPr>
          <a:xfrm>
            <a:off x="7647480" y="1076040"/>
            <a:ext cx="2394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8" name=""/>
          <p:cNvPicPr/>
          <p:nvPr/>
        </p:nvPicPr>
        <p:blipFill>
          <a:blip r:embed="rId7"/>
          <a:stretch/>
        </p:blipFill>
        <p:spPr>
          <a:xfrm>
            <a:off x="7876080" y="1080360"/>
            <a:ext cx="267624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9" name=""/>
          <p:cNvPicPr/>
          <p:nvPr/>
        </p:nvPicPr>
        <p:blipFill>
          <a:blip r:embed="rId8"/>
          <a:stretch/>
        </p:blipFill>
        <p:spPr>
          <a:xfrm>
            <a:off x="6326280" y="1426320"/>
            <a:ext cx="2764080" cy="400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0" name=""/>
          <p:cNvPicPr/>
          <p:nvPr/>
        </p:nvPicPr>
        <p:blipFill>
          <a:blip r:embed="rId9"/>
          <a:stretch/>
        </p:blipFill>
        <p:spPr>
          <a:xfrm>
            <a:off x="9163800" y="2221920"/>
            <a:ext cx="2651400" cy="400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1" name=""/>
          <p:cNvPicPr/>
          <p:nvPr/>
        </p:nvPicPr>
        <p:blipFill>
          <a:blip r:embed="rId10"/>
          <a:stretch/>
        </p:blipFill>
        <p:spPr>
          <a:xfrm>
            <a:off x="1482840" y="1595520"/>
            <a:ext cx="3466800" cy="473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2" name=""/>
          <p:cNvPicPr/>
          <p:nvPr/>
        </p:nvPicPr>
        <p:blipFill>
          <a:blip r:embed="rId11"/>
          <a:stretch/>
        </p:blipFill>
        <p:spPr>
          <a:xfrm>
            <a:off x="283680" y="282600"/>
            <a:ext cx="504648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3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5" name=""/>
          <p:cNvPicPr/>
          <p:nvPr/>
        </p:nvPicPr>
        <p:blipFill>
          <a:blip r:embed="rId1"/>
          <a:stretch/>
        </p:blipFill>
        <p:spPr>
          <a:xfrm>
            <a:off x="11559240" y="6355800"/>
            <a:ext cx="3106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6" name=""/>
          <p:cNvPicPr/>
          <p:nvPr/>
        </p:nvPicPr>
        <p:blipFill>
          <a:blip r:embed="rId2"/>
          <a:stretch/>
        </p:blipFill>
        <p:spPr>
          <a:xfrm>
            <a:off x="652320" y="6326280"/>
            <a:ext cx="1278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7" name=""/>
          <p:cNvSpPr/>
          <p:nvPr/>
        </p:nvSpPr>
        <p:spPr>
          <a:xfrm>
            <a:off x="303120" y="979920"/>
            <a:ext cx="5662080" cy="5376960"/>
          </a:xfrm>
          <a:custGeom>
            <a:avLst/>
            <a:gdLst/>
            <a:ahLst/>
            <a:rect l="0" t="0" r="r" b="b"/>
            <a:pathLst>
              <a:path w="15728" h="14936">
                <a:moveTo>
                  <a:pt x="0" y="0"/>
                </a:moveTo>
                <a:lnTo>
                  <a:pt x="15728" y="0"/>
                </a:lnTo>
                <a:lnTo>
                  <a:pt x="15728" y="14936"/>
                </a:lnTo>
                <a:lnTo>
                  <a:pt x="0" y="14936"/>
                </a:lnTo>
                <a:lnTo>
                  <a:pt x="0" y="0"/>
                </a:lnTo>
                <a:close/>
              </a:path>
            </a:pathLst>
          </a:custGeom>
          <a:solidFill>
            <a:srgbClr val="EFEEEE"/>
          </a:solidFill>
          <a:ln w="11880">
            <a:solidFill>
              <a:srgbClr val="F8475E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8" name=""/>
          <p:cNvPicPr/>
          <p:nvPr/>
        </p:nvPicPr>
        <p:blipFill>
          <a:blip r:embed="rId3"/>
          <a:stretch/>
        </p:blipFill>
        <p:spPr>
          <a:xfrm>
            <a:off x="1496880" y="1076040"/>
            <a:ext cx="286200" cy="1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9" name=""/>
          <p:cNvPicPr/>
          <p:nvPr/>
        </p:nvPicPr>
        <p:blipFill>
          <a:blip r:embed="rId4"/>
          <a:stretch/>
        </p:blipFill>
        <p:spPr>
          <a:xfrm>
            <a:off x="1725480" y="1080360"/>
            <a:ext cx="3121200" cy="18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0" name=""/>
          <p:cNvPicPr/>
          <p:nvPr/>
        </p:nvPicPr>
        <p:blipFill>
          <a:blip r:embed="rId5"/>
          <a:stretch/>
        </p:blipFill>
        <p:spPr>
          <a:xfrm>
            <a:off x="1554480" y="1354680"/>
            <a:ext cx="3474360" cy="496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1" name=""/>
          <p:cNvPicPr/>
          <p:nvPr/>
        </p:nvPicPr>
        <p:blipFill>
          <a:blip r:embed="rId6"/>
          <a:stretch/>
        </p:blipFill>
        <p:spPr>
          <a:xfrm>
            <a:off x="283680" y="282600"/>
            <a:ext cx="5101200" cy="3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2" name=""/>
          <p:cNvSpPr/>
          <p:nvPr/>
        </p:nvSpPr>
        <p:spPr>
          <a:xfrm>
            <a:off x="303120" y="723600"/>
            <a:ext cx="1204200" cy="61560"/>
          </a:xfrm>
          <a:custGeom>
            <a:avLst/>
            <a:gdLst/>
            <a:ahLst/>
            <a:rect l="0" t="0" r="r" b="b"/>
            <a:pathLst>
              <a:path w="3345" h="171">
                <a:moveTo>
                  <a:pt x="0" y="0"/>
                </a:moveTo>
                <a:lnTo>
                  <a:pt x="3345" y="0"/>
                </a:lnTo>
                <a:lnTo>
                  <a:pt x="3345" y="171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F847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